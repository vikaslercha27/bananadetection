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9"/>
  </p:notesMasterIdLst>
  <p:sldIdLst>
    <p:sldId id="256" r:id="rId2"/>
    <p:sldId id="267" r:id="rId3"/>
    <p:sldId id="268" r:id="rId4"/>
    <p:sldId id="269" r:id="rId5"/>
    <p:sldId id="270" r:id="rId6"/>
    <p:sldId id="271" r:id="rId7"/>
    <p:sldId id="272" r:id="rId8"/>
    <p:sldId id="273" r:id="rId9"/>
    <p:sldId id="274" r:id="rId10"/>
    <p:sldId id="275" r:id="rId11"/>
    <p:sldId id="276" r:id="rId12"/>
    <p:sldId id="277" r:id="rId13"/>
    <p:sldId id="278" r:id="rId14"/>
    <p:sldId id="279" r:id="rId15"/>
    <p:sldId id="280" r:id="rId16"/>
    <p:sldId id="281" r:id="rId17"/>
    <p:sldId id="28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1" d="100"/>
          <a:sy n="81" d="100"/>
        </p:scale>
        <p:origin x="70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B4078B-3771-486D-B703-DEC53F3BB7CF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CAEBAB-2E98-4763-B67E-B70D95D158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32975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AE9E9-7F65-4E3E-994F-A423D2EBDDE5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F30AA255-8DFE-4620-A706-4174AC72D42F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83450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AE9E9-7F65-4E3E-994F-A423D2EBDDE5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AA255-8DFE-4620-A706-4174AC72D42F}" type="slidenum">
              <a:rPr lang="en-IN" smtClean="0"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82472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AE9E9-7F65-4E3E-994F-A423D2EBDDE5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AA255-8DFE-4620-A706-4174AC72D42F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82063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AE9E9-7F65-4E3E-994F-A423D2EBDDE5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AA255-8DFE-4620-A706-4174AC72D42F}" type="slidenum">
              <a:rPr lang="en-IN" smtClean="0"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391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AE9E9-7F65-4E3E-994F-A423D2EBDDE5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AA255-8DFE-4620-A706-4174AC72D42F}" type="slidenum">
              <a:rPr lang="en-IN" smtClean="0"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31068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AE9E9-7F65-4E3E-994F-A423D2EBDDE5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AA255-8DFE-4620-A706-4174AC72D42F}" type="slidenum">
              <a:rPr lang="en-IN" smtClean="0"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0296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AE9E9-7F65-4E3E-994F-A423D2EBDDE5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AA255-8DFE-4620-A706-4174AC72D4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8809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AE9E9-7F65-4E3E-994F-A423D2EBDDE5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AA255-8DFE-4620-A706-4174AC72D42F}" type="slidenum">
              <a:rPr lang="en-IN" smtClean="0"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1822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E93AE9E9-7F65-4E3E-994F-A423D2EBDDE5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AA255-8DFE-4620-A706-4174AC72D42F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81188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AE9E9-7F65-4E3E-994F-A423D2EBDDE5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AA255-8DFE-4620-A706-4174AC72D42F}" type="slidenum">
              <a:rPr lang="en-IN" smtClean="0"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35670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AE9E9-7F65-4E3E-994F-A423D2EBDDE5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AA255-8DFE-4620-A706-4174AC72D42F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94932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3AE9E9-7F65-4E3E-994F-A423D2EBDDE5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F30AA255-8DFE-4620-A706-4174AC72D42F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05812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E7A98-5CB5-A4D1-D197-385A5454A7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17779" y="149347"/>
            <a:ext cx="4804288" cy="2084835"/>
          </a:xfrm>
        </p:spPr>
        <p:txBody>
          <a:bodyPr>
            <a:no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App for Detecting Artificially Ripened Mangoes Using Computer Vision &amp; Colorimetric Analysis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3DA6E2-D973-218F-82A8-428033C7F8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17779" y="3683604"/>
            <a:ext cx="8637072" cy="1853595"/>
          </a:xfrm>
        </p:spPr>
        <p:txBody>
          <a:bodyPr>
            <a:normAutofit fontScale="92500" lnSpcReduction="1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Members: </a:t>
            </a:r>
            <a:r>
              <a:rPr lang="en-IN" b="1" dirty="0"/>
              <a:t>                                            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Guide: S Rama Krishna</a:t>
            </a:r>
            <a:endParaRPr lang="en-IN" dirty="0"/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Sri Keerthi Chandra (HU22CSEN0500203)</a:t>
            </a:r>
          </a:p>
          <a:p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Lercha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Vikas (HU22CSEN0500090)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E. Harsha Vardan Reddy (HU22CSEN0500034)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Guneet Singh (HU22CSEN0500076)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7BE01D-0AB7-5412-C128-FBAE38342E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2311" y="570482"/>
            <a:ext cx="2223820" cy="292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2477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EEF54-3DC9-2956-3BAA-AE4DF8608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Recap of Project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C9ADE39-915E-31E1-F393-78F6A38911C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51579" y="2463766"/>
            <a:ext cx="7989688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Artificial ripening of mangoes using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calcium carbide and excess ethylene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is a major health concern in India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Consumers cannot identify chemical ripening visually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Lab-based methods are accurate but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not affordable or accessible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proposed a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hybrid mobile solution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combining: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CNN-based visual features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Colorimetric indicators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62667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57658-6F6E-38AA-00EF-2F06CD75B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Actions Taken from Review-1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6F519F-76AA-13A8-5CCB-75E113C9DF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770635"/>
            <a:ext cx="9511793" cy="3450613"/>
          </a:xfrm>
        </p:spPr>
        <p:txBody>
          <a:bodyPr>
            <a:no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Feedback Received: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Move beyond conceptual design to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actual implementation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robustness under varying lighting conditions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 real-time mobile inference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 measurable results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Actions Taken in Review-2: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full preprocessing + feature extraction pipeline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 CNN + colorimetric feature fusion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working Android application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Tested system on real mango images</a:t>
            </a: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91666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6B540-716B-C51A-B56A-34C761B02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DF0789E-55F7-5758-CE97-B33C1D4A318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51578" y="2315779"/>
            <a:ext cx="5155001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proposed hybrid methodology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fully working Android application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Integrate trained ML model into mobile environment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Demonstrate real-time detection with real images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Evaluate system performance and reliability</a:t>
            </a:r>
          </a:p>
        </p:txBody>
      </p:sp>
    </p:spTree>
    <p:extLst>
      <p:ext uri="{BB962C8B-B14F-4D97-AF65-F5344CB8AC3E}">
        <p14:creationId xmlns:p14="http://schemas.microsoft.com/office/powerpoint/2010/main" val="16170557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14FFE-08DC-7B9F-A6CC-82896AD25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Proposed System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9A4D837-27DE-C487-E596-DD59E1E7018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51579" y="2032878"/>
            <a:ext cx="4644421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 captures mango image via Android app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Image preprocessing &amp; color normalization applied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Colorimetric features extracted (Lab / HSV)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CNN features extracted using lightweight backbone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Feature fusion and classification performed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Output displayed as: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Naturally Ripened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Artificially Ripened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Confidence score + explanation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5" name="Picture 3" descr="Development of a Mango-Grading and -Sorting System Based on External  Features, Using Machine Learning Algorithms">
            <a:extLst>
              <a:ext uri="{FF2B5EF4-FFF2-40B4-BE49-F238E27FC236}">
                <a16:creationId xmlns:a16="http://schemas.microsoft.com/office/drawing/2014/main" id="{5841072B-5CAE-2438-EB19-7290BA4AEA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5999" y="1946438"/>
            <a:ext cx="5117479" cy="3445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441769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3CD4D-089E-2BB8-339F-079B1A26D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System Architecture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D1184EB-7B8D-D833-36CB-14BC0C27D5E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51579" y="2171377"/>
            <a:ext cx="4060727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UI Layer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Capture → Preview → Result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 Module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Resize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Noise reduction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Illumination correction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Color constancy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 Module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Colorimetric block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CNN block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Fusion &amp; Classification Module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Result Visualization Module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099" name="Picture 3" descr="Computer Vision Pipeline a. Image Acquisition: This involves acquiring... |  Download Scientific Diagram">
            <a:extLst>
              <a:ext uri="{FF2B5EF4-FFF2-40B4-BE49-F238E27FC236}">
                <a16:creationId xmlns:a16="http://schemas.microsoft.com/office/drawing/2014/main" id="{75E3860A-A4CB-7286-2E3D-ED5AC82DDC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5130" y="2140836"/>
            <a:ext cx="4889724" cy="31698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18050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41861-5894-4160-E3A4-01EF39A4DB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8" y="776238"/>
            <a:ext cx="9832307" cy="1049235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Details – Preprocessing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E7B414F-4C91-4ED6-29A2-C49549EBD48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51578" y="2493328"/>
            <a:ext cx="5452134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Image resizing and cropping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Illumination normalization to handle real-world lighting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Color constancy correction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Conversion to Lab and HSV color spaces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Improves stability across camera devices</a:t>
            </a:r>
          </a:p>
        </p:txBody>
      </p:sp>
    </p:spTree>
    <p:extLst>
      <p:ext uri="{BB962C8B-B14F-4D97-AF65-F5344CB8AC3E}">
        <p14:creationId xmlns:p14="http://schemas.microsoft.com/office/powerpoint/2010/main" val="33631240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6D837-BED8-404D-88B2-EF30A09B0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Colorimetric Analysis Implementation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BF0E32F-0222-D5F6-F82C-86EE86B4B84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51579" y="2136338"/>
            <a:ext cx="3968833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Extracted features: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L*, a*, b*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values (Lab space)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Hue angle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Chroma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Saturation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Artificial ripening shows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unnatural color uniformity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These metrics help detect chemical influence on ripening</a:t>
            </a:r>
          </a:p>
        </p:txBody>
      </p:sp>
      <p:pic>
        <p:nvPicPr>
          <p:cNvPr id="6147" name="Picture 3" descr="Physiological and biochemical variations of naturally ripened ...">
            <a:extLst>
              <a:ext uri="{FF2B5EF4-FFF2-40B4-BE49-F238E27FC236}">
                <a16:creationId xmlns:a16="http://schemas.microsoft.com/office/drawing/2014/main" id="{E7889147-4581-C16E-E489-420F9F035E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0412" y="1948022"/>
            <a:ext cx="5687505" cy="3903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39990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27107-63DA-E661-347F-B2FE59F829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Model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CFE542-E4C6-62F6-E5A2-B8B3031366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Lightweight CNN backbone (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MobileNet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EfficientNet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Optimized for mobile inference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Extracts high-level texture and visual features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model size for faster execution on Android</a:t>
            </a: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26979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7BB67-EAC8-DA37-5A0C-520A168C2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Fusion &amp; Classification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BDD5DED-86CF-FF24-B8C3-92B09E03F60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517567" y="2551837"/>
            <a:ext cx="5695790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Concatenation of: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Colorimetric feature vector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CNN embedding vector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Final classifier predicts: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Natural vs Artificial ripening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Improves accuracy over standalone CNN or color methods</a:t>
            </a:r>
          </a:p>
        </p:txBody>
      </p:sp>
    </p:spTree>
    <p:extLst>
      <p:ext uri="{BB962C8B-B14F-4D97-AF65-F5344CB8AC3E}">
        <p14:creationId xmlns:p14="http://schemas.microsoft.com/office/powerpoint/2010/main" val="22098850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FFA36-A95C-25CE-5987-04899EC1C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8" y="776239"/>
            <a:ext cx="9603275" cy="1049235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Android App Implementation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A64D57F-1AD7-DD55-3823-57620ECCEBF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51577" y="2568557"/>
            <a:ext cx="3874779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Developed using Android Studio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Camera-based image capture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On-device preprocessing and inference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User-friendly interface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Minimal computation delay</a:t>
            </a:r>
          </a:p>
        </p:txBody>
      </p:sp>
      <p:pic>
        <p:nvPicPr>
          <p:cNvPr id="8195" name="Picture 3" descr="Mango fruit in hand and smartphone">
            <a:extLst>
              <a:ext uri="{FF2B5EF4-FFF2-40B4-BE49-F238E27FC236}">
                <a16:creationId xmlns:a16="http://schemas.microsoft.com/office/drawing/2014/main" id="{D3DABDF1-9DFD-36CB-0569-BA444D471E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5447" y="1825474"/>
            <a:ext cx="5059405" cy="3943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40438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BAF52-61C1-DF3B-A1DF-6D5E458EF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Demonstration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CDBDFAD-4761-7163-3E9D-4A65B2673C6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51579" y="2315779"/>
            <a:ext cx="3772186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Live image capture of mango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 processes image in real-time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Displays classification result instantly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Tested using real mango images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All modules integrated and functional</a:t>
            </a:r>
          </a:p>
        </p:txBody>
      </p:sp>
    </p:spTree>
    <p:extLst>
      <p:ext uri="{BB962C8B-B14F-4D97-AF65-F5344CB8AC3E}">
        <p14:creationId xmlns:p14="http://schemas.microsoft.com/office/powerpoint/2010/main" val="10146867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4AC1C-58F4-FF30-8B01-AEACD963E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Observations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87FC0F-E6EF-413E-FD19-FA0DAD9CE4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80" y="2015732"/>
            <a:ext cx="4345906" cy="345061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approach outperforms baseline methods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robustness under different lighting conditions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Clear separation between natural and artificial ripening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and reliable mobile predictions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338" name="Picture 2" descr="Blinkit | blog">
            <a:extLst>
              <a:ext uri="{FF2B5EF4-FFF2-40B4-BE49-F238E27FC236}">
                <a16:creationId xmlns:a16="http://schemas.microsoft.com/office/drawing/2014/main" id="{CC121BE0-A3B0-C27D-2599-D8AA84ACEE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5405" y="1853754"/>
            <a:ext cx="5179450" cy="38777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93661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15005-F8A5-4297-1781-BFF519D6C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84CD904-9A0F-816E-2785-46488FB3B82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89137" y="2038780"/>
            <a:ext cx="3148851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Consumers for safe fruit consumption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Traders for quality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veriafication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Food safety authorities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Awareness against food adulteration</a:t>
            </a:r>
          </a:p>
        </p:txBody>
      </p:sp>
      <p:pic>
        <p:nvPicPr>
          <p:cNvPr id="10243" name="Picture 3" descr="An Application of Machine Learning Methods to Detect Mango Varieties">
            <a:extLst>
              <a:ext uri="{FF2B5EF4-FFF2-40B4-BE49-F238E27FC236}">
                <a16:creationId xmlns:a16="http://schemas.microsoft.com/office/drawing/2014/main" id="{2E002906-B624-A61D-68CE-80A660E404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7988" y="1853754"/>
            <a:ext cx="6416866" cy="3943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893513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866C9-6969-E6A4-10CC-B51E45784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33000CF-0C60-4AC3-3FA4-0664F5D5F9A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51579" y="2848488"/>
            <a:ext cx="8337539" cy="1785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Lighting extremes may still affect accuracy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dataset size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Currently focused only on mangoes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Detection accuracy depends on mobile camera quality and resolution.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Dust, wax coating, or surface damage on mangoes can interfere with feature extraction.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processing may slightly lag on older mobile devices.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01237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ECF2E-B166-90E2-F620-80636701D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C15F830-8738-1254-8A47-7AC5371F96A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51579" y="2133685"/>
            <a:ext cx="3261823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Expand dataset across seasons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Support additional fruits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 deep learning-based color correction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Cloud-assisted model updates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Multi-language UI support</a:t>
            </a:r>
          </a:p>
        </p:txBody>
      </p:sp>
      <p:pic>
        <p:nvPicPr>
          <p:cNvPr id="12293" name="Picture 5" descr="Sample images from fruitveg freshness dataset separated in three categories  | Download Scientific Diagram">
            <a:extLst>
              <a:ext uri="{FF2B5EF4-FFF2-40B4-BE49-F238E27FC236}">
                <a16:creationId xmlns:a16="http://schemas.microsoft.com/office/drawing/2014/main" id="{0B5E625B-65AC-334E-A7DD-8496FEBE53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2193" y="1853754"/>
            <a:ext cx="5992661" cy="4066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305925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9F5C7-334A-AB69-34C1-A4CAC5764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12013FA-E213-A879-81B7-00FD72D1DD7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51579" y="2383108"/>
            <a:ext cx="4977501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implemented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working mobile-based detection system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Addresses a real-world public health issue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Hybrid CNN + colorimetric approach improves reliability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 is affordable, portable, and practical</a:t>
            </a:r>
          </a:p>
        </p:txBody>
      </p:sp>
    </p:spTree>
    <p:extLst>
      <p:ext uri="{BB962C8B-B14F-4D97-AF65-F5344CB8AC3E}">
        <p14:creationId xmlns:p14="http://schemas.microsoft.com/office/powerpoint/2010/main" val="460351765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1546</TotalTime>
  <Words>588</Words>
  <Application>Microsoft Office PowerPoint</Application>
  <PresentationFormat>Widescreen</PresentationFormat>
  <Paragraphs>119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Gill Sans MT</vt:lpstr>
      <vt:lpstr>Times New Roman</vt:lpstr>
      <vt:lpstr>Wingdings</vt:lpstr>
      <vt:lpstr>Gallery</vt:lpstr>
      <vt:lpstr>Mobile App for Detecting Artificially Ripened Mangoes Using Computer Vision &amp; Colorimetric Analysis</vt:lpstr>
      <vt:lpstr>Recap of Project</vt:lpstr>
      <vt:lpstr>Actions Taken from Review-1</vt:lpstr>
      <vt:lpstr>Objectives</vt:lpstr>
      <vt:lpstr>Final Proposed System</vt:lpstr>
      <vt:lpstr>Final System Architecture</vt:lpstr>
      <vt:lpstr>Implementation Details – Preprocessing</vt:lpstr>
      <vt:lpstr>Colorimetric Analysis Implementation</vt:lpstr>
      <vt:lpstr>CNN Model Implementation</vt:lpstr>
      <vt:lpstr>Feature Fusion &amp; Classification</vt:lpstr>
      <vt:lpstr>Android App Implementation</vt:lpstr>
      <vt:lpstr>Working Demonstration</vt:lpstr>
      <vt:lpstr>Results &amp; Observations</vt:lpstr>
      <vt:lpstr>Applications</vt:lpstr>
      <vt:lpstr>Limitations</vt:lpstr>
      <vt:lpstr>Future Enhancements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vikas sirvi</dc:creator>
  <cp:lastModifiedBy>ENUGU HARSHA VARDAN REDDY</cp:lastModifiedBy>
  <cp:revision>5</cp:revision>
  <dcterms:created xsi:type="dcterms:W3CDTF">2025-11-19T10:19:13Z</dcterms:created>
  <dcterms:modified xsi:type="dcterms:W3CDTF">2026-02-01T02:03:02Z</dcterms:modified>
</cp:coreProperties>
</file>