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0" r:id="rId1"/>
  </p:sldMasterIdLst>
  <p:notesMasterIdLst>
    <p:notesMasterId r:id="rId3"/>
  </p:notesMasterIdLst>
  <p:sldIdLst>
    <p:sldId id="257" r:id="rId2"/>
  </p:sldIdLst>
  <p:sldSz cx="30275213" cy="42803763"/>
  <p:notesSz cx="6858000" cy="9144000"/>
  <p:embeddedFontLst>
    <p:embeddedFont>
      <p:font typeface="Arial Black" panose="020B0A04020102020204" pitchFamily="34" charset="0"/>
      <p:regular r:id="rId4"/>
      <p:bold r:id="rId5"/>
    </p:embeddedFont>
    <p:embeddedFont>
      <p:font typeface="Century Gothic" panose="020B0502020202020204" pitchFamily="34" charset="0"/>
      <p:regular r:id="rId6"/>
      <p:bold r:id="rId7"/>
      <p:italic r:id="rId8"/>
      <p:boldItalic r:id="rId9"/>
    </p:embeddedFont>
    <p:embeddedFont>
      <p:font typeface="Trebuchet MS" panose="020B0603020202020204" pitchFamily="34" charset="0"/>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6214">
          <p15:clr>
            <a:srgbClr val="A4A3A4"/>
          </p15:clr>
        </p15:guide>
        <p15:guide id="2" orient="horz">
          <p15:clr>
            <a:srgbClr val="A4A3A4"/>
          </p15:clr>
        </p15:guide>
        <p15:guide id="3" pos="405">
          <p15:clr>
            <a:srgbClr val="A4A3A4"/>
          </p15:clr>
        </p15:guide>
        <p15:guide id="4" pos="1864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3046F9-4B08-B108-5B90-D69F8C5DBA53}" v="155" dt="2026-04-04T18:57:07.189"/>
  </p1510:revLst>
</p1510:revInfo>
</file>

<file path=ppt/tableStyles.xml><?xml version="1.0" encoding="utf-8"?>
<a:tblStyleLst xmlns:a="http://schemas.openxmlformats.org/drawingml/2006/main" def="{41B804AE-B966-4B30-8FBA-891511628F31}">
  <a:tblStyle styleId="{41B804AE-B966-4B30-8FBA-891511628F31}"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5" d="100"/>
          <a:sy n="25" d="100"/>
        </p:scale>
        <p:origin x="797" y="19"/>
      </p:cViewPr>
      <p:guideLst>
        <p:guide orient="horz" pos="26214"/>
        <p:guide orient="horz"/>
        <p:guide pos="405"/>
        <p:guide pos="18642"/>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viewProps" Target="viewProp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216150" y="685800"/>
            <a:ext cx="24257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58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85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 name="Google Shape;51;p1:notes"/>
          <p:cNvSpPr>
            <a:spLocks noGrp="1" noRot="1" noChangeAspect="1"/>
          </p:cNvSpPr>
          <p:nvPr>
            <p:ph type="sldImg" idx="2"/>
          </p:nvPr>
        </p:nvSpPr>
        <p:spPr>
          <a:xfrm>
            <a:off x="2216150" y="685800"/>
            <a:ext cx="24257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00CMx140CM template">
  <p:cSld name="100CMx140CM template">
    <p:spTree>
      <p:nvGrpSpPr>
        <p:cNvPr id="1" name="Shape 17"/>
        <p:cNvGrpSpPr/>
        <p:nvPr/>
      </p:nvGrpSpPr>
      <p:grpSpPr>
        <a:xfrm>
          <a:off x="0" y="0"/>
          <a:ext cx="0" cy="0"/>
          <a:chOff x="0" y="0"/>
          <a:chExt cx="0" cy="0"/>
        </a:xfrm>
      </p:grpSpPr>
      <p:sp>
        <p:nvSpPr>
          <p:cNvPr id="18" name="Google Shape;18;p2"/>
          <p:cNvSpPr txBox="1">
            <a:spLocks noGrp="1"/>
          </p:cNvSpPr>
          <p:nvPr>
            <p:ph type="body" idx="1"/>
          </p:nvPr>
        </p:nvSpPr>
        <p:spPr>
          <a:xfrm>
            <a:off x="623691" y="6351522"/>
            <a:ext cx="14299153" cy="897605"/>
          </a:xfrm>
          <a:prstGeom prst="rect">
            <a:avLst/>
          </a:prstGeom>
          <a:noFill/>
          <a:ln>
            <a:noFill/>
          </a:ln>
        </p:spPr>
        <p:txBody>
          <a:bodyPr spcFirstLastPara="1" wrap="square" lIns="223875" tIns="223875" rIns="223875" bIns="223875" anchor="t" anchorCtr="0">
            <a:spAutoFit/>
          </a:bodyPr>
          <a:lstStyle>
            <a:lvl1pPr marL="457200" marR="0" lvl="0" indent="-228600" algn="l" rtl="0">
              <a:spcBef>
                <a:spcPts val="560"/>
              </a:spcBef>
              <a:spcAft>
                <a:spcPts val="0"/>
              </a:spcAft>
              <a:buClr>
                <a:srgbClr val="1F3864"/>
              </a:buClr>
              <a:buSzPts val="2800"/>
              <a:buFont typeface="Arial"/>
              <a:buNone/>
              <a:defRPr sz="2800" b="0" i="0" u="none" strike="noStrike" cap="none">
                <a:solidFill>
                  <a:srgbClr val="1F3864"/>
                </a:solidFill>
                <a:latin typeface="Century Gothic"/>
                <a:ea typeface="Century Gothic"/>
                <a:cs typeface="Century Gothic"/>
                <a:sym typeface="Century Gothic"/>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6pPr>
            <a:lvl7pPr marL="3200400" marR="0" lvl="6"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7pPr>
            <a:lvl8pPr marL="3657600" marR="0" lvl="7"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8pPr>
            <a:lvl9pPr marL="4114800" marR="0" lvl="8"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body" idx="2"/>
          </p:nvPr>
        </p:nvSpPr>
        <p:spPr>
          <a:xfrm>
            <a:off x="636213" y="5612596"/>
            <a:ext cx="14287866" cy="734849"/>
          </a:xfrm>
          <a:prstGeom prst="rect">
            <a:avLst/>
          </a:prstGeom>
          <a:solidFill>
            <a:srgbClr val="1F3864"/>
          </a:solidFill>
          <a:ln>
            <a:noFill/>
          </a:ln>
        </p:spPr>
        <p:txBody>
          <a:bodyPr spcFirstLastPara="1" wrap="square" lIns="89550" tIns="89550" rIns="89550" bIns="89550" anchor="t" anchorCtr="0">
            <a:spAutoFit/>
          </a:bodyPr>
          <a:lstStyle>
            <a:lvl1pPr marL="457200" marR="0" lvl="0" indent="-228600" algn="ctr" rtl="0">
              <a:spcBef>
                <a:spcPts val="720"/>
              </a:spcBef>
              <a:spcAft>
                <a:spcPts val="0"/>
              </a:spcAft>
              <a:buClr>
                <a:schemeClr val="lt1"/>
              </a:buClr>
              <a:buSzPts val="3600"/>
              <a:buFont typeface="Arial"/>
              <a:buNone/>
              <a:defRPr sz="3600" b="1" i="0" u="none" strike="noStrike" cap="none">
                <a:solidFill>
                  <a:schemeClr val="lt1"/>
                </a:solidFill>
                <a:latin typeface="Century Gothic"/>
                <a:ea typeface="Century Gothic"/>
                <a:cs typeface="Century Gothic"/>
                <a:sym typeface="Century Gothic"/>
              </a:defRPr>
            </a:lvl1pPr>
            <a:lvl2pPr marL="914400" marR="0" lvl="1" indent="-1073150" algn="l" rtl="0">
              <a:spcBef>
                <a:spcPts val="2660"/>
              </a:spcBef>
              <a:spcAft>
                <a:spcPts val="0"/>
              </a:spcAft>
              <a:buClr>
                <a:schemeClr val="dk1"/>
              </a:buClr>
              <a:buSzPts val="13300"/>
              <a:buFont typeface="Arial"/>
              <a:buChar char="–"/>
              <a:defRPr sz="13300" b="0" i="0" u="none" strike="noStrike" cap="none">
                <a:solidFill>
                  <a:schemeClr val="dk1"/>
                </a:solidFill>
                <a:latin typeface="Calibri"/>
                <a:ea typeface="Calibri"/>
                <a:cs typeface="Calibri"/>
                <a:sym typeface="Calibri"/>
              </a:defRPr>
            </a:lvl2pPr>
            <a:lvl3pPr marL="1371600" marR="0" lvl="2" indent="-946150" algn="l" rtl="0">
              <a:spcBef>
                <a:spcPts val="2260"/>
              </a:spcBef>
              <a:spcAft>
                <a:spcPts val="0"/>
              </a:spcAft>
              <a:buClr>
                <a:schemeClr val="dk1"/>
              </a:buClr>
              <a:buSzPts val="11300"/>
              <a:buFont typeface="Arial"/>
              <a:buChar char="•"/>
              <a:defRPr sz="11300" b="0" i="0" u="none" strike="noStrike" cap="none">
                <a:solidFill>
                  <a:schemeClr val="dk1"/>
                </a:solidFill>
                <a:latin typeface="Calibri"/>
                <a:ea typeface="Calibri"/>
                <a:cs typeface="Calibri"/>
                <a:sym typeface="Calibri"/>
              </a:defRPr>
            </a:lvl3pPr>
            <a:lvl4pPr marL="1828800" marR="0" lvl="3"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4pPr>
            <a:lvl5pPr marL="2286000" marR="0" lvl="4"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5pPr>
            <a:lvl6pPr marL="2743200" marR="0" lvl="5"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6pPr>
            <a:lvl7pPr marL="3200400" marR="0" lvl="6"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7pPr>
            <a:lvl8pPr marL="3657600" marR="0" lvl="7"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8pPr>
            <a:lvl9pPr marL="4114800" marR="0" lvl="8"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body" idx="3"/>
          </p:nvPr>
        </p:nvSpPr>
        <p:spPr>
          <a:xfrm>
            <a:off x="623691" y="12033998"/>
            <a:ext cx="14291358" cy="734849"/>
          </a:xfrm>
          <a:prstGeom prst="rect">
            <a:avLst/>
          </a:prstGeom>
          <a:solidFill>
            <a:srgbClr val="1F3864"/>
          </a:solidFill>
          <a:ln>
            <a:noFill/>
          </a:ln>
        </p:spPr>
        <p:txBody>
          <a:bodyPr spcFirstLastPara="1" wrap="square" lIns="89550" tIns="89550" rIns="89550" bIns="89550" anchor="t" anchorCtr="0">
            <a:spAutoFit/>
          </a:bodyPr>
          <a:lstStyle>
            <a:lvl1pPr marL="457200" marR="0" lvl="0" indent="-228600" algn="ctr" rtl="0">
              <a:spcBef>
                <a:spcPts val="720"/>
              </a:spcBef>
              <a:spcAft>
                <a:spcPts val="0"/>
              </a:spcAft>
              <a:buClr>
                <a:schemeClr val="lt1"/>
              </a:buClr>
              <a:buSzPts val="3600"/>
              <a:buFont typeface="Arial"/>
              <a:buNone/>
              <a:defRPr sz="3600" b="1" i="0" u="none" strike="noStrike" cap="none">
                <a:solidFill>
                  <a:schemeClr val="lt1"/>
                </a:solidFill>
                <a:latin typeface="Century Gothic"/>
                <a:ea typeface="Century Gothic"/>
                <a:cs typeface="Century Gothic"/>
                <a:sym typeface="Century Gothic"/>
              </a:defRPr>
            </a:lvl1pPr>
            <a:lvl2pPr marL="914400" marR="0" lvl="1" indent="-1073150" algn="l" rtl="0">
              <a:spcBef>
                <a:spcPts val="2660"/>
              </a:spcBef>
              <a:spcAft>
                <a:spcPts val="0"/>
              </a:spcAft>
              <a:buClr>
                <a:schemeClr val="dk1"/>
              </a:buClr>
              <a:buSzPts val="13300"/>
              <a:buFont typeface="Arial"/>
              <a:buChar char="–"/>
              <a:defRPr sz="13300" b="0" i="0" u="none" strike="noStrike" cap="none">
                <a:solidFill>
                  <a:schemeClr val="dk1"/>
                </a:solidFill>
                <a:latin typeface="Calibri"/>
                <a:ea typeface="Calibri"/>
                <a:cs typeface="Calibri"/>
                <a:sym typeface="Calibri"/>
              </a:defRPr>
            </a:lvl2pPr>
            <a:lvl3pPr marL="1371600" marR="0" lvl="2" indent="-946150" algn="l" rtl="0">
              <a:spcBef>
                <a:spcPts val="2260"/>
              </a:spcBef>
              <a:spcAft>
                <a:spcPts val="0"/>
              </a:spcAft>
              <a:buClr>
                <a:schemeClr val="dk1"/>
              </a:buClr>
              <a:buSzPts val="11300"/>
              <a:buFont typeface="Arial"/>
              <a:buChar char="•"/>
              <a:defRPr sz="11300" b="0" i="0" u="none" strike="noStrike" cap="none">
                <a:solidFill>
                  <a:schemeClr val="dk1"/>
                </a:solidFill>
                <a:latin typeface="Calibri"/>
                <a:ea typeface="Calibri"/>
                <a:cs typeface="Calibri"/>
                <a:sym typeface="Calibri"/>
              </a:defRPr>
            </a:lvl3pPr>
            <a:lvl4pPr marL="1828800" marR="0" lvl="3"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4pPr>
            <a:lvl5pPr marL="2286000" marR="0" lvl="4"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5pPr>
            <a:lvl6pPr marL="2743200" marR="0" lvl="5"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6pPr>
            <a:lvl7pPr marL="3200400" marR="0" lvl="6"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7pPr>
            <a:lvl8pPr marL="3657600" marR="0" lvl="7"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8pPr>
            <a:lvl9pPr marL="4114800" marR="0" lvl="8"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9pPr>
          </a:lstStyle>
          <a:p>
            <a:endParaRPr/>
          </a:p>
        </p:txBody>
      </p:sp>
      <p:sp>
        <p:nvSpPr>
          <p:cNvPr id="21" name="Google Shape;21;p2"/>
          <p:cNvSpPr txBox="1">
            <a:spLocks noGrp="1"/>
          </p:cNvSpPr>
          <p:nvPr>
            <p:ph type="body" idx="4"/>
          </p:nvPr>
        </p:nvSpPr>
        <p:spPr>
          <a:xfrm>
            <a:off x="15353328" y="5612596"/>
            <a:ext cx="14287682" cy="734849"/>
          </a:xfrm>
          <a:prstGeom prst="rect">
            <a:avLst/>
          </a:prstGeom>
          <a:solidFill>
            <a:srgbClr val="1F3864"/>
          </a:solidFill>
          <a:ln>
            <a:noFill/>
          </a:ln>
        </p:spPr>
        <p:txBody>
          <a:bodyPr spcFirstLastPara="1" wrap="square" lIns="89550" tIns="89550" rIns="89550" bIns="89550" anchor="t" anchorCtr="0">
            <a:spAutoFit/>
          </a:bodyPr>
          <a:lstStyle>
            <a:lvl1pPr marL="457200" marR="0" lvl="0" indent="-228600" algn="ctr" rtl="0">
              <a:spcBef>
                <a:spcPts val="720"/>
              </a:spcBef>
              <a:spcAft>
                <a:spcPts val="0"/>
              </a:spcAft>
              <a:buClr>
                <a:schemeClr val="lt1"/>
              </a:buClr>
              <a:buSzPts val="3600"/>
              <a:buFont typeface="Arial"/>
              <a:buNone/>
              <a:defRPr sz="3600" b="1" i="0" u="none" strike="noStrike" cap="none">
                <a:solidFill>
                  <a:schemeClr val="lt1"/>
                </a:solidFill>
                <a:latin typeface="Century Gothic"/>
                <a:ea typeface="Century Gothic"/>
                <a:cs typeface="Century Gothic"/>
                <a:sym typeface="Century Gothic"/>
              </a:defRPr>
            </a:lvl1pPr>
            <a:lvl2pPr marL="914400" marR="0" lvl="1" indent="-1073150" algn="l" rtl="0">
              <a:spcBef>
                <a:spcPts val="2660"/>
              </a:spcBef>
              <a:spcAft>
                <a:spcPts val="0"/>
              </a:spcAft>
              <a:buClr>
                <a:schemeClr val="dk1"/>
              </a:buClr>
              <a:buSzPts val="13300"/>
              <a:buFont typeface="Arial"/>
              <a:buChar char="–"/>
              <a:defRPr sz="13300" b="0" i="0" u="none" strike="noStrike" cap="none">
                <a:solidFill>
                  <a:schemeClr val="dk1"/>
                </a:solidFill>
                <a:latin typeface="Calibri"/>
                <a:ea typeface="Calibri"/>
                <a:cs typeface="Calibri"/>
                <a:sym typeface="Calibri"/>
              </a:defRPr>
            </a:lvl2pPr>
            <a:lvl3pPr marL="1371600" marR="0" lvl="2" indent="-946150" algn="l" rtl="0">
              <a:spcBef>
                <a:spcPts val="2260"/>
              </a:spcBef>
              <a:spcAft>
                <a:spcPts val="0"/>
              </a:spcAft>
              <a:buClr>
                <a:schemeClr val="dk1"/>
              </a:buClr>
              <a:buSzPts val="11300"/>
              <a:buFont typeface="Arial"/>
              <a:buChar char="•"/>
              <a:defRPr sz="11300" b="0" i="0" u="none" strike="noStrike" cap="none">
                <a:solidFill>
                  <a:schemeClr val="dk1"/>
                </a:solidFill>
                <a:latin typeface="Calibri"/>
                <a:ea typeface="Calibri"/>
                <a:cs typeface="Calibri"/>
                <a:sym typeface="Calibri"/>
              </a:defRPr>
            </a:lvl3pPr>
            <a:lvl4pPr marL="1828800" marR="0" lvl="3"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4pPr>
            <a:lvl5pPr marL="2286000" marR="0" lvl="4"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5pPr>
            <a:lvl6pPr marL="2743200" marR="0" lvl="5"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6pPr>
            <a:lvl7pPr marL="3200400" marR="0" lvl="6"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7pPr>
            <a:lvl8pPr marL="3657600" marR="0" lvl="7"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8pPr>
            <a:lvl9pPr marL="4114800" marR="0" lvl="8"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9pPr>
          </a:lstStyle>
          <a:p>
            <a:endParaRPr/>
          </a:p>
        </p:txBody>
      </p:sp>
      <p:sp>
        <p:nvSpPr>
          <p:cNvPr id="22" name="Google Shape;22;p2"/>
          <p:cNvSpPr txBox="1">
            <a:spLocks noGrp="1"/>
          </p:cNvSpPr>
          <p:nvPr>
            <p:ph type="body" idx="5"/>
          </p:nvPr>
        </p:nvSpPr>
        <p:spPr>
          <a:xfrm>
            <a:off x="15353328" y="6351522"/>
            <a:ext cx="14287682" cy="897605"/>
          </a:xfrm>
          <a:prstGeom prst="rect">
            <a:avLst/>
          </a:prstGeom>
          <a:noFill/>
          <a:ln>
            <a:noFill/>
          </a:ln>
        </p:spPr>
        <p:txBody>
          <a:bodyPr spcFirstLastPara="1" wrap="square" lIns="223875" tIns="223875" rIns="223875" bIns="223875" anchor="t" anchorCtr="0">
            <a:spAutoFit/>
          </a:bodyPr>
          <a:lstStyle>
            <a:lvl1pPr marL="457200" marR="0" lvl="0" indent="-228600" algn="l" rtl="0">
              <a:spcBef>
                <a:spcPts val="560"/>
              </a:spcBef>
              <a:spcAft>
                <a:spcPts val="0"/>
              </a:spcAft>
              <a:buClr>
                <a:srgbClr val="1F3864"/>
              </a:buClr>
              <a:buSzPts val="2800"/>
              <a:buFont typeface="Arial"/>
              <a:buNone/>
              <a:defRPr sz="2800" b="0" i="0" u="none" strike="noStrike" cap="none">
                <a:solidFill>
                  <a:srgbClr val="1F3864"/>
                </a:solidFill>
                <a:latin typeface="Century Gothic"/>
                <a:ea typeface="Century Gothic"/>
                <a:cs typeface="Century Gothic"/>
                <a:sym typeface="Century Gothic"/>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6pPr>
            <a:lvl7pPr marL="3200400" marR="0" lvl="6"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7pPr>
            <a:lvl8pPr marL="3657600" marR="0" lvl="7"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8pPr>
            <a:lvl9pPr marL="4114800" marR="0" lvl="8"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9pPr>
          </a:lstStyle>
          <a:p>
            <a:endParaRPr/>
          </a:p>
        </p:txBody>
      </p:sp>
      <p:sp>
        <p:nvSpPr>
          <p:cNvPr id="23" name="Google Shape;23;p2"/>
          <p:cNvSpPr txBox="1">
            <a:spLocks noGrp="1"/>
          </p:cNvSpPr>
          <p:nvPr>
            <p:ph type="body" idx="6"/>
          </p:nvPr>
        </p:nvSpPr>
        <p:spPr>
          <a:xfrm>
            <a:off x="15143082" y="30764007"/>
            <a:ext cx="14283756" cy="734849"/>
          </a:xfrm>
          <a:prstGeom prst="rect">
            <a:avLst/>
          </a:prstGeom>
          <a:solidFill>
            <a:srgbClr val="1F3864"/>
          </a:solidFill>
          <a:ln>
            <a:noFill/>
          </a:ln>
        </p:spPr>
        <p:txBody>
          <a:bodyPr spcFirstLastPara="1" wrap="square" lIns="89550" tIns="89550" rIns="89550" bIns="89550" anchor="t" anchorCtr="0">
            <a:spAutoFit/>
          </a:bodyPr>
          <a:lstStyle>
            <a:lvl1pPr marL="457200" marR="0" lvl="0" indent="-228600" algn="ctr" rtl="0">
              <a:spcBef>
                <a:spcPts val="720"/>
              </a:spcBef>
              <a:spcAft>
                <a:spcPts val="0"/>
              </a:spcAft>
              <a:buClr>
                <a:schemeClr val="lt1"/>
              </a:buClr>
              <a:buSzPts val="3600"/>
              <a:buFont typeface="Arial"/>
              <a:buNone/>
              <a:defRPr sz="3600" b="1" i="0" u="none" strike="noStrike" cap="none">
                <a:solidFill>
                  <a:schemeClr val="lt1"/>
                </a:solidFill>
                <a:latin typeface="Century Gothic"/>
                <a:ea typeface="Century Gothic"/>
                <a:cs typeface="Century Gothic"/>
                <a:sym typeface="Century Gothic"/>
              </a:defRPr>
            </a:lvl1pPr>
            <a:lvl2pPr marL="914400" marR="0" lvl="1" indent="-1073150" algn="l" rtl="0">
              <a:spcBef>
                <a:spcPts val="2660"/>
              </a:spcBef>
              <a:spcAft>
                <a:spcPts val="0"/>
              </a:spcAft>
              <a:buClr>
                <a:schemeClr val="dk1"/>
              </a:buClr>
              <a:buSzPts val="13300"/>
              <a:buFont typeface="Arial"/>
              <a:buChar char="–"/>
              <a:defRPr sz="13300" b="0" i="0" u="none" strike="noStrike" cap="none">
                <a:solidFill>
                  <a:schemeClr val="dk1"/>
                </a:solidFill>
                <a:latin typeface="Calibri"/>
                <a:ea typeface="Calibri"/>
                <a:cs typeface="Calibri"/>
                <a:sym typeface="Calibri"/>
              </a:defRPr>
            </a:lvl2pPr>
            <a:lvl3pPr marL="1371600" marR="0" lvl="2" indent="-946150" algn="l" rtl="0">
              <a:spcBef>
                <a:spcPts val="2260"/>
              </a:spcBef>
              <a:spcAft>
                <a:spcPts val="0"/>
              </a:spcAft>
              <a:buClr>
                <a:schemeClr val="dk1"/>
              </a:buClr>
              <a:buSzPts val="11300"/>
              <a:buFont typeface="Arial"/>
              <a:buChar char="•"/>
              <a:defRPr sz="11300" b="0" i="0" u="none" strike="noStrike" cap="none">
                <a:solidFill>
                  <a:schemeClr val="dk1"/>
                </a:solidFill>
                <a:latin typeface="Calibri"/>
                <a:ea typeface="Calibri"/>
                <a:cs typeface="Calibri"/>
                <a:sym typeface="Calibri"/>
              </a:defRPr>
            </a:lvl3pPr>
            <a:lvl4pPr marL="1828800" marR="0" lvl="3"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4pPr>
            <a:lvl5pPr marL="2286000" marR="0" lvl="4"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5pPr>
            <a:lvl6pPr marL="2743200" marR="0" lvl="5"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6pPr>
            <a:lvl7pPr marL="3200400" marR="0" lvl="6"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7pPr>
            <a:lvl8pPr marL="3657600" marR="0" lvl="7"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8pPr>
            <a:lvl9pPr marL="4114800" marR="0" lvl="8"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9pPr>
          </a:lstStyle>
          <a:p>
            <a:endParaRPr/>
          </a:p>
        </p:txBody>
      </p:sp>
      <p:sp>
        <p:nvSpPr>
          <p:cNvPr id="24" name="Google Shape;24;p2"/>
          <p:cNvSpPr txBox="1">
            <a:spLocks noGrp="1"/>
          </p:cNvSpPr>
          <p:nvPr>
            <p:ph type="body" idx="7"/>
          </p:nvPr>
        </p:nvSpPr>
        <p:spPr>
          <a:xfrm>
            <a:off x="15137606" y="31557290"/>
            <a:ext cx="14289232" cy="897605"/>
          </a:xfrm>
          <a:prstGeom prst="rect">
            <a:avLst/>
          </a:prstGeom>
          <a:noFill/>
          <a:ln>
            <a:noFill/>
          </a:ln>
        </p:spPr>
        <p:txBody>
          <a:bodyPr spcFirstLastPara="1" wrap="square" lIns="223875" tIns="223875" rIns="223875" bIns="223875" anchor="t" anchorCtr="0">
            <a:spAutoFit/>
          </a:bodyPr>
          <a:lstStyle>
            <a:lvl1pPr marL="457200" marR="0" lvl="0" indent="-228600" algn="l" rtl="0">
              <a:spcBef>
                <a:spcPts val="560"/>
              </a:spcBef>
              <a:spcAft>
                <a:spcPts val="0"/>
              </a:spcAft>
              <a:buClr>
                <a:srgbClr val="1F3864"/>
              </a:buClr>
              <a:buSzPts val="2800"/>
              <a:buFont typeface="Arial"/>
              <a:buNone/>
              <a:defRPr sz="2800" b="0" i="0" u="none" strike="noStrike" cap="none">
                <a:solidFill>
                  <a:srgbClr val="1F3864"/>
                </a:solidFill>
                <a:latin typeface="Century Gothic"/>
                <a:ea typeface="Century Gothic"/>
                <a:cs typeface="Century Gothic"/>
                <a:sym typeface="Century Gothic"/>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6pPr>
            <a:lvl7pPr marL="3200400" marR="0" lvl="6"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7pPr>
            <a:lvl8pPr marL="3657600" marR="0" lvl="7"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8pPr>
            <a:lvl9pPr marL="4114800" marR="0" lvl="8"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9pPr>
          </a:lstStyle>
          <a:p>
            <a:endParaRPr/>
          </a:p>
        </p:txBody>
      </p:sp>
      <p:sp>
        <p:nvSpPr>
          <p:cNvPr id="25" name="Google Shape;25;p2"/>
          <p:cNvSpPr txBox="1">
            <a:spLocks noGrp="1"/>
          </p:cNvSpPr>
          <p:nvPr>
            <p:ph type="body" idx="8"/>
          </p:nvPr>
        </p:nvSpPr>
        <p:spPr>
          <a:xfrm>
            <a:off x="15369879" y="38373782"/>
            <a:ext cx="14276605" cy="734849"/>
          </a:xfrm>
          <a:prstGeom prst="rect">
            <a:avLst/>
          </a:prstGeom>
          <a:solidFill>
            <a:srgbClr val="1F3864"/>
          </a:solidFill>
          <a:ln>
            <a:noFill/>
          </a:ln>
        </p:spPr>
        <p:txBody>
          <a:bodyPr spcFirstLastPara="1" wrap="square" lIns="89550" tIns="89550" rIns="89550" bIns="89550" anchor="t" anchorCtr="0">
            <a:spAutoFit/>
          </a:bodyPr>
          <a:lstStyle>
            <a:lvl1pPr marL="457200" marR="0" lvl="0" indent="-228600" algn="ctr" rtl="0">
              <a:spcBef>
                <a:spcPts val="720"/>
              </a:spcBef>
              <a:spcAft>
                <a:spcPts val="0"/>
              </a:spcAft>
              <a:buClr>
                <a:schemeClr val="lt1"/>
              </a:buClr>
              <a:buSzPts val="3600"/>
              <a:buFont typeface="Arial"/>
              <a:buNone/>
              <a:defRPr sz="3600" b="1" i="0" u="none" strike="noStrike" cap="none">
                <a:solidFill>
                  <a:schemeClr val="lt1"/>
                </a:solidFill>
                <a:latin typeface="Century Gothic"/>
                <a:ea typeface="Century Gothic"/>
                <a:cs typeface="Century Gothic"/>
                <a:sym typeface="Century Gothic"/>
              </a:defRPr>
            </a:lvl1pPr>
            <a:lvl2pPr marL="914400" marR="0" lvl="1" indent="-1073150" algn="l" rtl="0">
              <a:spcBef>
                <a:spcPts val="2660"/>
              </a:spcBef>
              <a:spcAft>
                <a:spcPts val="0"/>
              </a:spcAft>
              <a:buClr>
                <a:schemeClr val="dk1"/>
              </a:buClr>
              <a:buSzPts val="13300"/>
              <a:buFont typeface="Arial"/>
              <a:buChar char="–"/>
              <a:defRPr sz="13300" b="0" i="0" u="none" strike="noStrike" cap="none">
                <a:solidFill>
                  <a:schemeClr val="dk1"/>
                </a:solidFill>
                <a:latin typeface="Calibri"/>
                <a:ea typeface="Calibri"/>
                <a:cs typeface="Calibri"/>
                <a:sym typeface="Calibri"/>
              </a:defRPr>
            </a:lvl2pPr>
            <a:lvl3pPr marL="1371600" marR="0" lvl="2" indent="-946150" algn="l" rtl="0">
              <a:spcBef>
                <a:spcPts val="2260"/>
              </a:spcBef>
              <a:spcAft>
                <a:spcPts val="0"/>
              </a:spcAft>
              <a:buClr>
                <a:schemeClr val="dk1"/>
              </a:buClr>
              <a:buSzPts val="11300"/>
              <a:buFont typeface="Arial"/>
              <a:buChar char="•"/>
              <a:defRPr sz="11300" b="0" i="0" u="none" strike="noStrike" cap="none">
                <a:solidFill>
                  <a:schemeClr val="dk1"/>
                </a:solidFill>
                <a:latin typeface="Calibri"/>
                <a:ea typeface="Calibri"/>
                <a:cs typeface="Calibri"/>
                <a:sym typeface="Calibri"/>
              </a:defRPr>
            </a:lvl3pPr>
            <a:lvl4pPr marL="1828800" marR="0" lvl="3"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4pPr>
            <a:lvl5pPr marL="2286000" marR="0" lvl="4"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5pPr>
            <a:lvl6pPr marL="2743200" marR="0" lvl="5"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6pPr>
            <a:lvl7pPr marL="3200400" marR="0" lvl="6"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7pPr>
            <a:lvl8pPr marL="3657600" marR="0" lvl="7"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8pPr>
            <a:lvl9pPr marL="4114800" marR="0" lvl="8"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9pPr>
          </a:lstStyle>
          <a:p>
            <a:endParaRPr/>
          </a:p>
        </p:txBody>
      </p:sp>
      <p:sp>
        <p:nvSpPr>
          <p:cNvPr id="26" name="Google Shape;26;p2"/>
          <p:cNvSpPr txBox="1">
            <a:spLocks noGrp="1"/>
          </p:cNvSpPr>
          <p:nvPr>
            <p:ph type="body" idx="9"/>
          </p:nvPr>
        </p:nvSpPr>
        <p:spPr>
          <a:xfrm>
            <a:off x="15358804" y="39187065"/>
            <a:ext cx="14283756" cy="897605"/>
          </a:xfrm>
          <a:prstGeom prst="rect">
            <a:avLst/>
          </a:prstGeom>
          <a:noFill/>
          <a:ln>
            <a:noFill/>
          </a:ln>
        </p:spPr>
        <p:txBody>
          <a:bodyPr spcFirstLastPara="1" wrap="square" lIns="223875" tIns="223875" rIns="223875" bIns="223875" anchor="t" anchorCtr="0">
            <a:spAutoFit/>
          </a:bodyPr>
          <a:lstStyle>
            <a:lvl1pPr marL="457200" marR="0" lvl="0" indent="-228600" algn="l" rtl="0">
              <a:spcBef>
                <a:spcPts val="560"/>
              </a:spcBef>
              <a:spcAft>
                <a:spcPts val="0"/>
              </a:spcAft>
              <a:buClr>
                <a:srgbClr val="1F3864"/>
              </a:buClr>
              <a:buSzPts val="2800"/>
              <a:buFont typeface="Arial"/>
              <a:buNone/>
              <a:defRPr sz="2800" b="0" i="0" u="none" strike="noStrike" cap="none">
                <a:solidFill>
                  <a:srgbClr val="1F3864"/>
                </a:solidFill>
                <a:latin typeface="Century Gothic"/>
                <a:ea typeface="Century Gothic"/>
                <a:cs typeface="Century Gothic"/>
                <a:sym typeface="Century Gothic"/>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6pPr>
            <a:lvl7pPr marL="3200400" marR="0" lvl="6"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7pPr>
            <a:lvl8pPr marL="3657600" marR="0" lvl="7"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8pPr>
            <a:lvl9pPr marL="4114800" marR="0" lvl="8"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9pPr>
          </a:lstStyle>
          <a:p>
            <a:endParaRPr/>
          </a:p>
        </p:txBody>
      </p:sp>
      <p:sp>
        <p:nvSpPr>
          <p:cNvPr id="27" name="Google Shape;27;p2"/>
          <p:cNvSpPr txBox="1">
            <a:spLocks noGrp="1"/>
          </p:cNvSpPr>
          <p:nvPr>
            <p:ph type="body" idx="13"/>
          </p:nvPr>
        </p:nvSpPr>
        <p:spPr>
          <a:xfrm>
            <a:off x="611171" y="12829142"/>
            <a:ext cx="14300387" cy="897605"/>
          </a:xfrm>
          <a:prstGeom prst="rect">
            <a:avLst/>
          </a:prstGeom>
          <a:noFill/>
          <a:ln>
            <a:noFill/>
          </a:ln>
        </p:spPr>
        <p:txBody>
          <a:bodyPr spcFirstLastPara="1" wrap="square" lIns="223875" tIns="223875" rIns="223875" bIns="223875" anchor="t" anchorCtr="0">
            <a:spAutoFit/>
          </a:bodyPr>
          <a:lstStyle>
            <a:lvl1pPr marL="457200" marR="0" lvl="0" indent="-228600" algn="l" rtl="0">
              <a:spcBef>
                <a:spcPts val="560"/>
              </a:spcBef>
              <a:spcAft>
                <a:spcPts val="0"/>
              </a:spcAft>
              <a:buClr>
                <a:srgbClr val="1F3864"/>
              </a:buClr>
              <a:buSzPts val="2800"/>
              <a:buFont typeface="Arial"/>
              <a:buNone/>
              <a:defRPr sz="2800" b="0" i="0" u="none" strike="noStrike" cap="none">
                <a:solidFill>
                  <a:srgbClr val="1F3864"/>
                </a:solidFill>
                <a:latin typeface="Century Gothic"/>
                <a:ea typeface="Century Gothic"/>
                <a:cs typeface="Century Gothic"/>
                <a:sym typeface="Century Gothic"/>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6pPr>
            <a:lvl7pPr marL="3200400" marR="0" lvl="6"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7pPr>
            <a:lvl8pPr marL="3657600" marR="0" lvl="7"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8pPr>
            <a:lvl9pPr marL="4114800" marR="0" lvl="8"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9pPr>
          </a:lstStyle>
          <a:p>
            <a:endParaRPr/>
          </a:p>
        </p:txBody>
      </p:sp>
      <p:sp>
        <p:nvSpPr>
          <p:cNvPr id="28" name="Google Shape;28;p2"/>
          <p:cNvSpPr txBox="1">
            <a:spLocks noGrp="1"/>
          </p:cNvSpPr>
          <p:nvPr>
            <p:ph type="body" idx="14"/>
          </p:nvPr>
        </p:nvSpPr>
        <p:spPr>
          <a:xfrm>
            <a:off x="4090898" y="2637291"/>
            <a:ext cx="22093415" cy="632103"/>
          </a:xfrm>
          <a:prstGeom prst="rect">
            <a:avLst/>
          </a:prstGeom>
          <a:noFill/>
          <a:ln>
            <a:noFill/>
          </a:ln>
        </p:spPr>
        <p:txBody>
          <a:bodyPr spcFirstLastPara="1" wrap="square" lIns="77325" tIns="38675" rIns="77325" bIns="38675" anchor="t" anchorCtr="0">
            <a:spAutoFit/>
          </a:bodyPr>
          <a:lstStyle>
            <a:lvl1pPr marL="457200" marR="0" lvl="0" indent="-228600" algn="ctr" rtl="0">
              <a:spcBef>
                <a:spcPts val="720"/>
              </a:spcBef>
              <a:spcAft>
                <a:spcPts val="0"/>
              </a:spcAft>
              <a:buClr>
                <a:schemeClr val="lt1"/>
              </a:buClr>
              <a:buSzPts val="3600"/>
              <a:buFont typeface="Arial"/>
              <a:buNone/>
              <a:defRPr sz="3600" b="0" i="0" u="none" strike="noStrike" cap="none">
                <a:solidFill>
                  <a:schemeClr val="lt1"/>
                </a:solidFill>
                <a:latin typeface="Century Gothic"/>
                <a:ea typeface="Century Gothic"/>
                <a:cs typeface="Century Gothic"/>
                <a:sym typeface="Century Gothic"/>
              </a:defRPr>
            </a:lvl1pPr>
            <a:lvl2pPr marL="914400" marR="0" lvl="1" indent="-228600" algn="l" rtl="0">
              <a:spcBef>
                <a:spcPts val="1220"/>
              </a:spcBef>
              <a:spcAft>
                <a:spcPts val="0"/>
              </a:spcAft>
              <a:buClr>
                <a:schemeClr val="dk1"/>
              </a:buClr>
              <a:buSzPts val="6100"/>
              <a:buFont typeface="Arial"/>
              <a:buNone/>
              <a:defRPr sz="6100" b="0" i="0" u="none" strike="noStrike" cap="none">
                <a:solidFill>
                  <a:schemeClr val="dk1"/>
                </a:solidFill>
                <a:latin typeface="Calibri"/>
                <a:ea typeface="Calibri"/>
                <a:cs typeface="Calibri"/>
                <a:sym typeface="Calibri"/>
              </a:defRPr>
            </a:lvl2pPr>
            <a:lvl3pPr marL="1371600" marR="0" lvl="2" indent="-228600" algn="l" rtl="0">
              <a:spcBef>
                <a:spcPts val="1220"/>
              </a:spcBef>
              <a:spcAft>
                <a:spcPts val="0"/>
              </a:spcAft>
              <a:buClr>
                <a:schemeClr val="dk1"/>
              </a:buClr>
              <a:buSzPts val="6100"/>
              <a:buFont typeface="Arial"/>
              <a:buNone/>
              <a:defRPr sz="6100" b="0" i="0" u="none" strike="noStrike" cap="none">
                <a:solidFill>
                  <a:schemeClr val="dk1"/>
                </a:solidFill>
                <a:latin typeface="Calibri"/>
                <a:ea typeface="Calibri"/>
                <a:cs typeface="Calibri"/>
                <a:sym typeface="Calibri"/>
              </a:defRPr>
            </a:lvl3pPr>
            <a:lvl4pPr marL="1828800" marR="0" lvl="3" indent="-228600" algn="l" rtl="0">
              <a:spcBef>
                <a:spcPts val="1220"/>
              </a:spcBef>
              <a:spcAft>
                <a:spcPts val="0"/>
              </a:spcAft>
              <a:buClr>
                <a:schemeClr val="dk1"/>
              </a:buClr>
              <a:buSzPts val="6100"/>
              <a:buFont typeface="Arial"/>
              <a:buNone/>
              <a:defRPr sz="6100" b="0" i="0" u="none" strike="noStrike" cap="none">
                <a:solidFill>
                  <a:schemeClr val="dk1"/>
                </a:solidFill>
                <a:latin typeface="Calibri"/>
                <a:ea typeface="Calibri"/>
                <a:cs typeface="Calibri"/>
                <a:sym typeface="Calibri"/>
              </a:defRPr>
            </a:lvl4pPr>
            <a:lvl5pPr marL="2286000" marR="0" lvl="4" indent="-228600" algn="l" rtl="0">
              <a:spcBef>
                <a:spcPts val="1220"/>
              </a:spcBef>
              <a:spcAft>
                <a:spcPts val="0"/>
              </a:spcAft>
              <a:buClr>
                <a:schemeClr val="dk1"/>
              </a:buClr>
              <a:buSzPts val="6100"/>
              <a:buFont typeface="Arial"/>
              <a:buNone/>
              <a:defRPr sz="6100" b="0" i="0" u="none" strike="noStrike" cap="none">
                <a:solidFill>
                  <a:schemeClr val="dk1"/>
                </a:solidFill>
                <a:latin typeface="Calibri"/>
                <a:ea typeface="Calibri"/>
                <a:cs typeface="Calibri"/>
                <a:sym typeface="Calibri"/>
              </a:defRPr>
            </a:lvl5pPr>
            <a:lvl6pPr marL="2743200" marR="0" lvl="5"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6pPr>
            <a:lvl7pPr marL="3200400" marR="0" lvl="6"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7pPr>
            <a:lvl8pPr marL="3657600" marR="0" lvl="7"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8pPr>
            <a:lvl9pPr marL="4114800" marR="0" lvl="8"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9pPr>
          </a:lstStyle>
          <a:p>
            <a:endParaRPr/>
          </a:p>
        </p:txBody>
      </p:sp>
      <p:sp>
        <p:nvSpPr>
          <p:cNvPr id="29" name="Google Shape;29;p2"/>
          <p:cNvSpPr txBox="1">
            <a:spLocks noGrp="1"/>
          </p:cNvSpPr>
          <p:nvPr>
            <p:ph type="body" idx="15"/>
          </p:nvPr>
        </p:nvSpPr>
        <p:spPr>
          <a:xfrm>
            <a:off x="4090898" y="1600973"/>
            <a:ext cx="22093415" cy="816769"/>
          </a:xfrm>
          <a:prstGeom prst="rect">
            <a:avLst/>
          </a:prstGeom>
          <a:noFill/>
          <a:ln>
            <a:noFill/>
          </a:ln>
        </p:spPr>
        <p:txBody>
          <a:bodyPr spcFirstLastPara="1" wrap="square" lIns="77325" tIns="38675" rIns="77325" bIns="38675" anchor="t" anchorCtr="0">
            <a:spAutoFit/>
          </a:bodyPr>
          <a:lstStyle>
            <a:lvl1pPr marL="457200" marR="0" lvl="0" indent="-228600" algn="ctr" rtl="0">
              <a:spcBef>
                <a:spcPts val="960"/>
              </a:spcBef>
              <a:spcAft>
                <a:spcPts val="0"/>
              </a:spcAft>
              <a:buClr>
                <a:schemeClr val="lt1"/>
              </a:buClr>
              <a:buSzPts val="4800"/>
              <a:buFont typeface="Arial"/>
              <a:buNone/>
              <a:defRPr sz="4800" b="0" i="0" u="none" strike="noStrike" cap="none">
                <a:solidFill>
                  <a:schemeClr val="lt1"/>
                </a:solidFill>
                <a:latin typeface="Century Gothic"/>
                <a:ea typeface="Century Gothic"/>
                <a:cs typeface="Century Gothic"/>
                <a:sym typeface="Century Gothic"/>
              </a:defRPr>
            </a:lvl1pPr>
            <a:lvl2pPr marL="914400" marR="0" lvl="1" indent="-228600" algn="l" rtl="0">
              <a:spcBef>
                <a:spcPts val="1220"/>
              </a:spcBef>
              <a:spcAft>
                <a:spcPts val="0"/>
              </a:spcAft>
              <a:buClr>
                <a:schemeClr val="dk1"/>
              </a:buClr>
              <a:buSzPts val="6100"/>
              <a:buFont typeface="Arial"/>
              <a:buNone/>
              <a:defRPr sz="6100" b="0" i="0" u="none" strike="noStrike" cap="none">
                <a:solidFill>
                  <a:schemeClr val="dk1"/>
                </a:solidFill>
                <a:latin typeface="Calibri"/>
                <a:ea typeface="Calibri"/>
                <a:cs typeface="Calibri"/>
                <a:sym typeface="Calibri"/>
              </a:defRPr>
            </a:lvl2pPr>
            <a:lvl3pPr marL="1371600" marR="0" lvl="2" indent="-228600" algn="l" rtl="0">
              <a:spcBef>
                <a:spcPts val="1220"/>
              </a:spcBef>
              <a:spcAft>
                <a:spcPts val="0"/>
              </a:spcAft>
              <a:buClr>
                <a:schemeClr val="dk1"/>
              </a:buClr>
              <a:buSzPts val="6100"/>
              <a:buFont typeface="Arial"/>
              <a:buNone/>
              <a:defRPr sz="6100" b="0" i="0" u="none" strike="noStrike" cap="none">
                <a:solidFill>
                  <a:schemeClr val="dk1"/>
                </a:solidFill>
                <a:latin typeface="Calibri"/>
                <a:ea typeface="Calibri"/>
                <a:cs typeface="Calibri"/>
                <a:sym typeface="Calibri"/>
              </a:defRPr>
            </a:lvl3pPr>
            <a:lvl4pPr marL="1828800" marR="0" lvl="3" indent="-228600" algn="l" rtl="0">
              <a:spcBef>
                <a:spcPts val="1220"/>
              </a:spcBef>
              <a:spcAft>
                <a:spcPts val="0"/>
              </a:spcAft>
              <a:buClr>
                <a:schemeClr val="dk1"/>
              </a:buClr>
              <a:buSzPts val="6100"/>
              <a:buFont typeface="Arial"/>
              <a:buNone/>
              <a:defRPr sz="6100" b="0" i="0" u="none" strike="noStrike" cap="none">
                <a:solidFill>
                  <a:schemeClr val="dk1"/>
                </a:solidFill>
                <a:latin typeface="Calibri"/>
                <a:ea typeface="Calibri"/>
                <a:cs typeface="Calibri"/>
                <a:sym typeface="Calibri"/>
              </a:defRPr>
            </a:lvl4pPr>
            <a:lvl5pPr marL="2286000" marR="0" lvl="4" indent="-228600" algn="l" rtl="0">
              <a:spcBef>
                <a:spcPts val="1220"/>
              </a:spcBef>
              <a:spcAft>
                <a:spcPts val="0"/>
              </a:spcAft>
              <a:buClr>
                <a:schemeClr val="dk1"/>
              </a:buClr>
              <a:buSzPts val="6100"/>
              <a:buFont typeface="Arial"/>
              <a:buNone/>
              <a:defRPr sz="6100" b="0" i="0" u="none" strike="noStrike" cap="none">
                <a:solidFill>
                  <a:schemeClr val="dk1"/>
                </a:solidFill>
                <a:latin typeface="Calibri"/>
                <a:ea typeface="Calibri"/>
                <a:cs typeface="Calibri"/>
                <a:sym typeface="Calibri"/>
              </a:defRPr>
            </a:lvl5pPr>
            <a:lvl6pPr marL="2743200" marR="0" lvl="5"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6pPr>
            <a:lvl7pPr marL="3200400" marR="0" lvl="6"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7pPr>
            <a:lvl8pPr marL="3657600" marR="0" lvl="7"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8pPr>
            <a:lvl9pPr marL="4114800" marR="0" lvl="8"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9pPr>
          </a:lstStyle>
          <a:p>
            <a:endParaRPr/>
          </a:p>
        </p:txBody>
      </p:sp>
      <p:sp>
        <p:nvSpPr>
          <p:cNvPr id="30" name="Google Shape;30;p2"/>
          <p:cNvSpPr txBox="1">
            <a:spLocks noGrp="1"/>
          </p:cNvSpPr>
          <p:nvPr>
            <p:ph type="body" idx="16"/>
          </p:nvPr>
        </p:nvSpPr>
        <p:spPr>
          <a:xfrm>
            <a:off x="4090899" y="401500"/>
            <a:ext cx="22093415" cy="1186101"/>
          </a:xfrm>
          <a:prstGeom prst="rect">
            <a:avLst/>
          </a:prstGeom>
          <a:noFill/>
          <a:ln>
            <a:noFill/>
          </a:ln>
        </p:spPr>
        <p:txBody>
          <a:bodyPr spcFirstLastPara="1" wrap="square" lIns="77325" tIns="38675" rIns="77325" bIns="38675" anchor="t" anchorCtr="0">
            <a:spAutoFit/>
          </a:bodyPr>
          <a:lstStyle>
            <a:lvl1pPr marL="457200" marR="0" lvl="0" indent="-228600" algn="ctr" rtl="0">
              <a:spcBef>
                <a:spcPts val="1440"/>
              </a:spcBef>
              <a:spcAft>
                <a:spcPts val="0"/>
              </a:spcAft>
              <a:buClr>
                <a:schemeClr val="lt1"/>
              </a:buClr>
              <a:buSzPts val="7200"/>
              <a:buFont typeface="Arial"/>
              <a:buNone/>
              <a:defRPr sz="7200" b="1" i="0" u="none" strike="noStrike" cap="none">
                <a:solidFill>
                  <a:schemeClr val="lt1"/>
                </a:solidFill>
                <a:latin typeface="Century Gothic"/>
                <a:ea typeface="Century Gothic"/>
                <a:cs typeface="Century Gothic"/>
                <a:sym typeface="Century Gothic"/>
              </a:defRPr>
            </a:lvl1pPr>
            <a:lvl2pPr marL="914400" marR="0" lvl="1" indent="-228600" algn="l" rtl="0">
              <a:spcBef>
                <a:spcPts val="1220"/>
              </a:spcBef>
              <a:spcAft>
                <a:spcPts val="0"/>
              </a:spcAft>
              <a:buClr>
                <a:schemeClr val="dk1"/>
              </a:buClr>
              <a:buSzPts val="6100"/>
              <a:buFont typeface="Arial"/>
              <a:buNone/>
              <a:defRPr sz="6100" b="0" i="0" u="none" strike="noStrike" cap="none">
                <a:solidFill>
                  <a:schemeClr val="dk1"/>
                </a:solidFill>
                <a:latin typeface="Calibri"/>
                <a:ea typeface="Calibri"/>
                <a:cs typeface="Calibri"/>
                <a:sym typeface="Calibri"/>
              </a:defRPr>
            </a:lvl2pPr>
            <a:lvl3pPr marL="1371600" marR="0" lvl="2" indent="-228600" algn="l" rtl="0">
              <a:spcBef>
                <a:spcPts val="1220"/>
              </a:spcBef>
              <a:spcAft>
                <a:spcPts val="0"/>
              </a:spcAft>
              <a:buClr>
                <a:schemeClr val="dk1"/>
              </a:buClr>
              <a:buSzPts val="6100"/>
              <a:buFont typeface="Arial"/>
              <a:buNone/>
              <a:defRPr sz="6100" b="0" i="0" u="none" strike="noStrike" cap="none">
                <a:solidFill>
                  <a:schemeClr val="dk1"/>
                </a:solidFill>
                <a:latin typeface="Calibri"/>
                <a:ea typeface="Calibri"/>
                <a:cs typeface="Calibri"/>
                <a:sym typeface="Calibri"/>
              </a:defRPr>
            </a:lvl3pPr>
            <a:lvl4pPr marL="1828800" marR="0" lvl="3" indent="-228600" algn="l" rtl="0">
              <a:spcBef>
                <a:spcPts val="1220"/>
              </a:spcBef>
              <a:spcAft>
                <a:spcPts val="0"/>
              </a:spcAft>
              <a:buClr>
                <a:schemeClr val="dk1"/>
              </a:buClr>
              <a:buSzPts val="6100"/>
              <a:buFont typeface="Arial"/>
              <a:buNone/>
              <a:defRPr sz="6100" b="0" i="0" u="none" strike="noStrike" cap="none">
                <a:solidFill>
                  <a:schemeClr val="dk1"/>
                </a:solidFill>
                <a:latin typeface="Calibri"/>
                <a:ea typeface="Calibri"/>
                <a:cs typeface="Calibri"/>
                <a:sym typeface="Calibri"/>
              </a:defRPr>
            </a:lvl4pPr>
            <a:lvl5pPr marL="2286000" marR="0" lvl="4" indent="-228600" algn="l" rtl="0">
              <a:spcBef>
                <a:spcPts val="1220"/>
              </a:spcBef>
              <a:spcAft>
                <a:spcPts val="0"/>
              </a:spcAft>
              <a:buClr>
                <a:schemeClr val="dk1"/>
              </a:buClr>
              <a:buSzPts val="6100"/>
              <a:buFont typeface="Arial"/>
              <a:buNone/>
              <a:defRPr sz="6100" b="0" i="0" u="none" strike="noStrike" cap="none">
                <a:solidFill>
                  <a:schemeClr val="dk1"/>
                </a:solidFill>
                <a:latin typeface="Calibri"/>
                <a:ea typeface="Calibri"/>
                <a:cs typeface="Calibri"/>
                <a:sym typeface="Calibri"/>
              </a:defRPr>
            </a:lvl5pPr>
            <a:lvl6pPr marL="2743200" marR="0" lvl="5"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6pPr>
            <a:lvl7pPr marL="3200400" marR="0" lvl="6"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7pPr>
            <a:lvl8pPr marL="3657600" marR="0" lvl="7"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8pPr>
            <a:lvl9pPr marL="4114800" marR="0" lvl="8"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9pPr>
          </a:lstStyle>
          <a:p>
            <a:endParaRPr/>
          </a:p>
        </p:txBody>
      </p:sp>
      <p:sp>
        <p:nvSpPr>
          <p:cNvPr id="31" name="Google Shape;31;p2"/>
          <p:cNvSpPr txBox="1">
            <a:spLocks noGrp="1"/>
          </p:cNvSpPr>
          <p:nvPr>
            <p:ph type="body" idx="17"/>
          </p:nvPr>
        </p:nvSpPr>
        <p:spPr>
          <a:xfrm>
            <a:off x="611171" y="21244368"/>
            <a:ext cx="14287682" cy="734849"/>
          </a:xfrm>
          <a:prstGeom prst="rect">
            <a:avLst/>
          </a:prstGeom>
          <a:solidFill>
            <a:srgbClr val="1F3864"/>
          </a:solidFill>
          <a:ln>
            <a:noFill/>
          </a:ln>
        </p:spPr>
        <p:txBody>
          <a:bodyPr spcFirstLastPara="1" wrap="square" lIns="89550" tIns="89550" rIns="89550" bIns="89550" anchor="t" anchorCtr="0">
            <a:spAutoFit/>
          </a:bodyPr>
          <a:lstStyle>
            <a:lvl1pPr marL="457200" marR="0" lvl="0" indent="-228600" algn="ctr" rtl="0">
              <a:spcBef>
                <a:spcPts val="720"/>
              </a:spcBef>
              <a:spcAft>
                <a:spcPts val="0"/>
              </a:spcAft>
              <a:buClr>
                <a:schemeClr val="lt1"/>
              </a:buClr>
              <a:buSzPts val="3600"/>
              <a:buFont typeface="Arial"/>
              <a:buNone/>
              <a:defRPr sz="3600" b="1" i="0" u="none" strike="noStrike" cap="none">
                <a:solidFill>
                  <a:schemeClr val="lt1"/>
                </a:solidFill>
                <a:latin typeface="Century Gothic"/>
                <a:ea typeface="Century Gothic"/>
                <a:cs typeface="Century Gothic"/>
                <a:sym typeface="Century Gothic"/>
              </a:defRPr>
            </a:lvl1pPr>
            <a:lvl2pPr marL="914400" marR="0" lvl="1" indent="-1073150" algn="l" rtl="0">
              <a:spcBef>
                <a:spcPts val="2660"/>
              </a:spcBef>
              <a:spcAft>
                <a:spcPts val="0"/>
              </a:spcAft>
              <a:buClr>
                <a:schemeClr val="dk1"/>
              </a:buClr>
              <a:buSzPts val="13300"/>
              <a:buFont typeface="Arial"/>
              <a:buChar char="–"/>
              <a:defRPr sz="13300" b="0" i="0" u="none" strike="noStrike" cap="none">
                <a:solidFill>
                  <a:schemeClr val="dk1"/>
                </a:solidFill>
                <a:latin typeface="Calibri"/>
                <a:ea typeface="Calibri"/>
                <a:cs typeface="Calibri"/>
                <a:sym typeface="Calibri"/>
              </a:defRPr>
            </a:lvl2pPr>
            <a:lvl3pPr marL="1371600" marR="0" lvl="2" indent="-946150" algn="l" rtl="0">
              <a:spcBef>
                <a:spcPts val="2260"/>
              </a:spcBef>
              <a:spcAft>
                <a:spcPts val="0"/>
              </a:spcAft>
              <a:buClr>
                <a:schemeClr val="dk1"/>
              </a:buClr>
              <a:buSzPts val="11300"/>
              <a:buFont typeface="Arial"/>
              <a:buChar char="•"/>
              <a:defRPr sz="11300" b="0" i="0" u="none" strike="noStrike" cap="none">
                <a:solidFill>
                  <a:schemeClr val="dk1"/>
                </a:solidFill>
                <a:latin typeface="Calibri"/>
                <a:ea typeface="Calibri"/>
                <a:cs typeface="Calibri"/>
                <a:sym typeface="Calibri"/>
              </a:defRPr>
            </a:lvl3pPr>
            <a:lvl4pPr marL="1828800" marR="0" lvl="3"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4pPr>
            <a:lvl5pPr marL="2286000" marR="0" lvl="4"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5pPr>
            <a:lvl6pPr marL="2743200" marR="0" lvl="5"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6pPr>
            <a:lvl7pPr marL="3200400" marR="0" lvl="6"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7pPr>
            <a:lvl8pPr marL="3657600" marR="0" lvl="7"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8pPr>
            <a:lvl9pPr marL="4114800" marR="0" lvl="8"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9pPr>
          </a:lstStyle>
          <a:p>
            <a:endParaRPr/>
          </a:p>
        </p:txBody>
      </p:sp>
      <p:sp>
        <p:nvSpPr>
          <p:cNvPr id="32" name="Google Shape;32;p2"/>
          <p:cNvSpPr txBox="1">
            <a:spLocks noGrp="1"/>
          </p:cNvSpPr>
          <p:nvPr>
            <p:ph type="body" idx="18"/>
          </p:nvPr>
        </p:nvSpPr>
        <p:spPr>
          <a:xfrm>
            <a:off x="611171" y="21983294"/>
            <a:ext cx="14287682" cy="897605"/>
          </a:xfrm>
          <a:prstGeom prst="rect">
            <a:avLst/>
          </a:prstGeom>
          <a:noFill/>
          <a:ln>
            <a:noFill/>
          </a:ln>
        </p:spPr>
        <p:txBody>
          <a:bodyPr spcFirstLastPara="1" wrap="square" lIns="223875" tIns="223875" rIns="223875" bIns="223875" anchor="t" anchorCtr="0">
            <a:spAutoFit/>
          </a:bodyPr>
          <a:lstStyle>
            <a:lvl1pPr marL="457200" marR="0" lvl="0" indent="-228600" algn="l" rtl="0">
              <a:spcBef>
                <a:spcPts val="560"/>
              </a:spcBef>
              <a:spcAft>
                <a:spcPts val="0"/>
              </a:spcAft>
              <a:buClr>
                <a:srgbClr val="1F3864"/>
              </a:buClr>
              <a:buSzPts val="2800"/>
              <a:buFont typeface="Arial"/>
              <a:buNone/>
              <a:defRPr sz="2800" b="0" i="0" u="none" strike="noStrike" cap="none">
                <a:solidFill>
                  <a:srgbClr val="1F3864"/>
                </a:solidFill>
                <a:latin typeface="Century Gothic"/>
                <a:ea typeface="Century Gothic"/>
                <a:cs typeface="Century Gothic"/>
                <a:sym typeface="Century Gothic"/>
              </a:defRPr>
            </a:lvl1pPr>
            <a:lvl2pPr marL="914400" marR="0" lvl="1"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2pPr>
            <a:lvl3pPr marL="1371600" marR="0" lvl="2"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3pPr>
            <a:lvl4pPr marL="1828800" marR="0" lvl="3"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4pPr>
            <a:lvl5pPr marL="2286000" marR="0" lvl="4" indent="-387350" algn="l" rtl="0">
              <a:spcBef>
                <a:spcPts val="500"/>
              </a:spcBef>
              <a:spcAft>
                <a:spcPts val="0"/>
              </a:spcAft>
              <a:buClr>
                <a:schemeClr val="dk1"/>
              </a:buClr>
              <a:buSzPts val="2500"/>
              <a:buFont typeface="Arial"/>
              <a:buChar char="»"/>
              <a:defRPr sz="2500" b="0" i="0" u="none" strike="noStrike" cap="none">
                <a:solidFill>
                  <a:schemeClr val="dk1"/>
                </a:solidFill>
                <a:latin typeface="Trebuchet MS"/>
                <a:ea typeface="Trebuchet MS"/>
                <a:cs typeface="Trebuchet MS"/>
                <a:sym typeface="Trebuchet MS"/>
              </a:defRPr>
            </a:lvl5pPr>
            <a:lvl6pPr marL="2743200" marR="0" lvl="5"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6pPr>
            <a:lvl7pPr marL="3200400" marR="0" lvl="6"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7pPr>
            <a:lvl8pPr marL="3657600" marR="0" lvl="7"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8pPr>
            <a:lvl9pPr marL="4114800" marR="0" lvl="8" indent="-831850" algn="l" rtl="0">
              <a:spcBef>
                <a:spcPts val="1900"/>
              </a:spcBef>
              <a:spcAft>
                <a:spcPts val="0"/>
              </a:spcAft>
              <a:buClr>
                <a:schemeClr val="dk1"/>
              </a:buClr>
              <a:buSzPts val="9500"/>
              <a:buFont typeface="Arial"/>
              <a:buChar char="•"/>
              <a:defRPr sz="95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1" y="41605201"/>
            <a:ext cx="30275213" cy="1236430"/>
          </a:xfrm>
          <a:prstGeom prst="rect">
            <a:avLst/>
          </a:prstGeom>
          <a:solidFill>
            <a:srgbClr val="1F386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500" b="0" i="0" u="none" strike="noStrike" cap="none">
              <a:solidFill>
                <a:schemeClr val="lt1"/>
              </a:solidFill>
              <a:latin typeface="Calibri"/>
              <a:ea typeface="Calibri"/>
              <a:cs typeface="Calibri"/>
              <a:sym typeface="Calibri"/>
            </a:endParaRPr>
          </a:p>
        </p:txBody>
      </p:sp>
      <p:sp>
        <p:nvSpPr>
          <p:cNvPr id="11" name="Google Shape;11;p1"/>
          <p:cNvSpPr txBox="1"/>
          <p:nvPr/>
        </p:nvSpPr>
        <p:spPr>
          <a:xfrm>
            <a:off x="1538296" y="41989161"/>
            <a:ext cx="2234591" cy="322029"/>
          </a:xfrm>
          <a:prstGeom prst="rect">
            <a:avLst/>
          </a:prstGeom>
          <a:noFill/>
          <a:ln>
            <a:noFill/>
          </a:ln>
        </p:spPr>
        <p:txBody>
          <a:bodyPr spcFirstLastPara="1" wrap="square" lIns="89375" tIns="44675" rIns="89375" bIns="44675" anchor="t" anchorCtr="0">
            <a:spAutoFit/>
          </a:bodyPr>
          <a:lstStyle/>
          <a:p>
            <a:pPr marL="0" marR="0" lvl="0" indent="0" algn="l" rtl="0">
              <a:lnSpc>
                <a:spcPct val="65000"/>
              </a:lnSpc>
              <a:spcBef>
                <a:spcPts val="0"/>
              </a:spcBef>
              <a:spcAft>
                <a:spcPts val="0"/>
              </a:spcAft>
              <a:buNone/>
            </a:pPr>
            <a:r>
              <a:rPr lang="en-US" sz="500" b="1" i="0" u="none" strike="noStrike" cap="none">
                <a:solidFill>
                  <a:srgbClr val="BFBFBF"/>
                </a:solidFill>
                <a:latin typeface="Arial"/>
                <a:ea typeface="Arial"/>
                <a:cs typeface="Arial"/>
                <a:sym typeface="Arial"/>
              </a:rPr>
              <a:t>RESEARCH POSTER PRESENTATION DESIGN © 2022</a:t>
            </a:r>
            <a:endParaRPr/>
          </a:p>
          <a:p>
            <a:pPr marL="0" marR="0" lvl="0" indent="0" algn="l" rtl="0">
              <a:lnSpc>
                <a:spcPct val="65000"/>
              </a:lnSpc>
              <a:spcBef>
                <a:spcPts val="500"/>
              </a:spcBef>
              <a:spcAft>
                <a:spcPts val="0"/>
              </a:spcAft>
              <a:buNone/>
            </a:pPr>
            <a:r>
              <a:rPr lang="en-US" sz="1000" b="1" i="0" u="none" strike="noStrike" cap="none">
                <a:solidFill>
                  <a:srgbClr val="BFBFBF"/>
                </a:solidFill>
                <a:latin typeface="Arial"/>
                <a:ea typeface="Arial"/>
                <a:cs typeface="Arial"/>
                <a:sym typeface="Arial"/>
              </a:rPr>
              <a:t>www.PosterPresentations.com</a:t>
            </a:r>
            <a:endParaRPr/>
          </a:p>
        </p:txBody>
      </p:sp>
      <p:graphicFrame>
        <p:nvGraphicFramePr>
          <p:cNvPr id="12" name="Google Shape;12;p1"/>
          <p:cNvGraphicFramePr/>
          <p:nvPr/>
        </p:nvGraphicFramePr>
        <p:xfrm>
          <a:off x="-13167360" y="34253"/>
          <a:ext cx="12558750" cy="42958200"/>
        </p:xfrm>
        <a:graphic>
          <a:graphicData uri="http://schemas.openxmlformats.org/drawingml/2006/table">
            <a:tbl>
              <a:tblPr firstRow="1" bandRow="1">
                <a:noFill/>
                <a:tableStyleId>{41B804AE-B966-4B30-8FBA-891511628F31}</a:tableStyleId>
              </a:tblPr>
              <a:tblGrid>
                <a:gridCol w="5385100">
                  <a:extLst>
                    <a:ext uri="{9D8B030D-6E8A-4147-A177-3AD203B41FA5}">
                      <a16:colId xmlns:a16="http://schemas.microsoft.com/office/drawing/2014/main" val="20000"/>
                    </a:ext>
                  </a:extLst>
                </a:gridCol>
                <a:gridCol w="7173650">
                  <a:extLst>
                    <a:ext uri="{9D8B030D-6E8A-4147-A177-3AD203B41FA5}">
                      <a16:colId xmlns:a16="http://schemas.microsoft.com/office/drawing/2014/main" val="20001"/>
                    </a:ext>
                  </a:extLst>
                </a:gridCol>
              </a:tblGrid>
              <a:tr h="1655775">
                <a:tc gridSpan="2">
                  <a:txBody>
                    <a:bodyPr/>
                    <a:lstStyle/>
                    <a:p>
                      <a:pPr marL="0" marR="0" lvl="0" indent="0" algn="ctr" rtl="0">
                        <a:lnSpc>
                          <a:spcPct val="100000"/>
                        </a:lnSpc>
                        <a:spcBef>
                          <a:spcPts val="0"/>
                        </a:spcBef>
                        <a:spcAft>
                          <a:spcPts val="0"/>
                        </a:spcAft>
                        <a:buClr>
                          <a:srgbClr val="1F3A4E"/>
                        </a:buClr>
                        <a:buSzPts val="4400"/>
                        <a:buFont typeface="Arial Black"/>
                        <a:buNone/>
                      </a:pPr>
                      <a:r>
                        <a:rPr lang="en-US" sz="4400" b="0" u="none" strike="noStrike" cap="none">
                          <a:solidFill>
                            <a:srgbClr val="1F3A4E"/>
                          </a:solidFill>
                          <a:latin typeface="Arial Black"/>
                          <a:ea typeface="Arial Black"/>
                          <a:cs typeface="Arial Black"/>
                          <a:sym typeface="Arial Black"/>
                        </a:rPr>
                        <a:t>QUICK START GUIDE</a:t>
                      </a:r>
                      <a:br>
                        <a:rPr lang="en-US" sz="4400" b="0" u="none" strike="noStrike" cap="none">
                          <a:solidFill>
                            <a:srgbClr val="1F3A4E"/>
                          </a:solidFill>
                          <a:latin typeface="Arial Black"/>
                          <a:ea typeface="Arial Black"/>
                          <a:cs typeface="Arial Black"/>
                          <a:sym typeface="Arial Black"/>
                        </a:rPr>
                      </a:br>
                      <a:r>
                        <a:rPr lang="en-US" sz="3600" b="1" u="none" strike="noStrike" cap="none">
                          <a:solidFill>
                            <a:srgbClr val="FF0000"/>
                          </a:solidFill>
                          <a:latin typeface="Trebuchet MS"/>
                          <a:ea typeface="Trebuchet MS"/>
                          <a:cs typeface="Trebuchet MS"/>
                          <a:sym typeface="Trebuchet MS"/>
                        </a:rPr>
                        <a:t>(THIS SIDEBAR WILL NOT PRINT)</a:t>
                      </a:r>
                      <a:endParaRPr sz="4400" b="1" u="none" strike="noStrike" cap="none">
                        <a:solidFill>
                          <a:schemeClr val="lt1"/>
                        </a:solidFill>
                        <a:latin typeface="Trebuchet MS"/>
                        <a:ea typeface="Trebuchet MS"/>
                        <a:cs typeface="Trebuchet MS"/>
                        <a:sym typeface="Trebuchet MS"/>
                      </a:endParaRPr>
                    </a:p>
                  </a:txBody>
                  <a:tcPr marL="182875" marR="91450" marT="137150" marB="45725">
                    <a:solidFill>
                      <a:srgbClr val="FFC000"/>
                    </a:solidFill>
                  </a:tcPr>
                </a:tc>
                <a:tc hMerge="1">
                  <a:txBody>
                    <a:bodyPr/>
                    <a:lstStyle/>
                    <a:p>
                      <a:endParaRPr lang="en-US"/>
                    </a:p>
                  </a:txBody>
                  <a:tcPr/>
                </a:tc>
                <a:extLst>
                  <a:ext uri="{0D108BD9-81ED-4DB2-BD59-A6C34878D82A}">
                    <a16:rowId xmlns:a16="http://schemas.microsoft.com/office/drawing/2014/main" val="10000"/>
                  </a:ext>
                </a:extLst>
              </a:tr>
              <a:tr h="5089925">
                <a:tc gridSpan="2">
                  <a:txBody>
                    <a:bodyPr/>
                    <a:lstStyle/>
                    <a:p>
                      <a:pPr marL="0" marR="0" lvl="0" indent="0" algn="l" rtl="0">
                        <a:spcBef>
                          <a:spcPts val="0"/>
                        </a:spcBef>
                        <a:spcAft>
                          <a:spcPts val="0"/>
                        </a:spcAft>
                        <a:buNone/>
                      </a:pPr>
                      <a:r>
                        <a:rPr lang="en-US" sz="2800" i="0" u="none" strike="noStrike" cap="none">
                          <a:solidFill>
                            <a:srgbClr val="D9D9D9"/>
                          </a:solidFill>
                          <a:latin typeface="Arial"/>
                          <a:ea typeface="Arial"/>
                          <a:cs typeface="Arial"/>
                          <a:sym typeface="Arial"/>
                        </a:rPr>
                        <a:t>This PowerPoint template produces a </a:t>
                      </a:r>
                      <a:r>
                        <a:rPr lang="en-US" sz="2800" i="0" u="none" strike="noStrike" cap="none">
                          <a:solidFill>
                            <a:srgbClr val="FFC000"/>
                          </a:solidFill>
                          <a:latin typeface="Arial"/>
                          <a:ea typeface="Arial"/>
                          <a:cs typeface="Arial"/>
                          <a:sym typeface="Arial"/>
                        </a:rPr>
                        <a:t>A0 </a:t>
                      </a:r>
                      <a:r>
                        <a:rPr lang="en-US" sz="2800" i="0" u="none" strike="noStrike" cap="none">
                          <a:solidFill>
                            <a:srgbClr val="D9D9D9"/>
                          </a:solidFill>
                          <a:latin typeface="Arial"/>
                          <a:ea typeface="Arial"/>
                          <a:cs typeface="Arial"/>
                          <a:sym typeface="Arial"/>
                        </a:rPr>
                        <a:t>presentation poster. You can use it to create your research poster by placing your title, subtitle, text, tables, charts and photos. </a:t>
                      </a:r>
                      <a:endParaRPr/>
                    </a:p>
                    <a:p>
                      <a:pPr marL="0" marR="0" lvl="0" indent="0" algn="l" rtl="0">
                        <a:spcBef>
                          <a:spcPts val="0"/>
                        </a:spcBef>
                        <a:spcAft>
                          <a:spcPts val="0"/>
                        </a:spcAft>
                        <a:buNone/>
                      </a:pPr>
                      <a:endParaRPr sz="2800" i="0" u="none" strike="noStrike" cap="none">
                        <a:solidFill>
                          <a:srgbClr val="D9D9D9"/>
                        </a:solidFill>
                        <a:latin typeface="Arial"/>
                        <a:ea typeface="Arial"/>
                        <a:cs typeface="Arial"/>
                        <a:sym typeface="Arial"/>
                      </a:endParaRPr>
                    </a:p>
                    <a:p>
                      <a:pPr marL="0" marR="0" lvl="0" indent="0" algn="l" rtl="0">
                        <a:spcBef>
                          <a:spcPts val="0"/>
                        </a:spcBef>
                        <a:spcAft>
                          <a:spcPts val="0"/>
                        </a:spcAft>
                        <a:buNone/>
                      </a:pPr>
                      <a:r>
                        <a:rPr lang="en-US" sz="2800" i="0" u="none" strike="noStrike" cap="none">
                          <a:solidFill>
                            <a:srgbClr val="D9D9D9"/>
                          </a:solidFill>
                          <a:latin typeface="Arial"/>
                          <a:ea typeface="Arial"/>
                          <a:cs typeface="Arial"/>
                          <a:sym typeface="Arial"/>
                        </a:rPr>
                        <a:t>We provide a series of online tutorials that will guide you through the poster design process and answer your poster production questions. For complete template tutorials, go online to </a:t>
                      </a:r>
                      <a:r>
                        <a:rPr lang="en-US" sz="2800" i="0" u="none" strike="noStrike" cap="none">
                          <a:solidFill>
                            <a:srgbClr val="FFC000"/>
                          </a:solidFill>
                          <a:latin typeface="Arial"/>
                          <a:ea typeface="Arial"/>
                          <a:cs typeface="Arial"/>
                          <a:sym typeface="Arial"/>
                        </a:rPr>
                        <a:t>PosterPresentations.com</a:t>
                      </a:r>
                      <a:r>
                        <a:rPr lang="en-US" sz="2800" i="0" u="none" strike="noStrike" cap="none">
                          <a:solidFill>
                            <a:srgbClr val="D9D9D9"/>
                          </a:solidFill>
                          <a:latin typeface="Arial"/>
                          <a:ea typeface="Arial"/>
                          <a:cs typeface="Arial"/>
                          <a:sym typeface="Arial"/>
                        </a:rPr>
                        <a:t> and click on the  </a:t>
                      </a:r>
                      <a:r>
                        <a:rPr lang="en-US" sz="2800" i="0" u="none" strike="noStrike" cap="none">
                          <a:solidFill>
                            <a:srgbClr val="FFC000"/>
                          </a:solidFill>
                          <a:latin typeface="Arial"/>
                          <a:ea typeface="Arial"/>
                          <a:cs typeface="Arial"/>
                          <a:sym typeface="Arial"/>
                        </a:rPr>
                        <a:t>HELP DESK</a:t>
                      </a:r>
                      <a:r>
                        <a:rPr lang="en-US" sz="2800" i="0" u="none" strike="noStrike" cap="none">
                          <a:solidFill>
                            <a:srgbClr val="D9D9D9"/>
                          </a:solidFill>
                          <a:latin typeface="Arial"/>
                          <a:ea typeface="Arial"/>
                          <a:cs typeface="Arial"/>
                          <a:sym typeface="Arial"/>
                        </a:rPr>
                        <a:t> tab.</a:t>
                      </a:r>
                      <a:endParaRPr/>
                    </a:p>
                    <a:p>
                      <a:pPr marL="0" marR="0" lvl="0" indent="0" algn="l" rtl="0">
                        <a:spcBef>
                          <a:spcPts val="0"/>
                        </a:spcBef>
                        <a:spcAft>
                          <a:spcPts val="0"/>
                        </a:spcAft>
                        <a:buNone/>
                      </a:pPr>
                      <a:endParaRPr sz="2800" i="0" u="none" strike="noStrike" cap="none">
                        <a:solidFill>
                          <a:srgbClr val="D9D9D9"/>
                        </a:solidFill>
                        <a:latin typeface="Arial"/>
                        <a:ea typeface="Arial"/>
                        <a:cs typeface="Arial"/>
                        <a:sym typeface="Arial"/>
                      </a:endParaRPr>
                    </a:p>
                    <a:p>
                      <a:pPr marL="0" marR="0" lvl="0" indent="0" algn="l" rtl="0">
                        <a:spcBef>
                          <a:spcPts val="0"/>
                        </a:spcBef>
                        <a:spcAft>
                          <a:spcPts val="0"/>
                        </a:spcAft>
                        <a:buNone/>
                      </a:pPr>
                      <a:r>
                        <a:rPr lang="en-US" sz="2800" i="0" u="none" strike="noStrike" cap="none">
                          <a:solidFill>
                            <a:srgbClr val="D9D9D9"/>
                          </a:solidFill>
                          <a:latin typeface="Arial"/>
                          <a:ea typeface="Arial"/>
                          <a:cs typeface="Arial"/>
                          <a:sym typeface="Arial"/>
                        </a:rPr>
                        <a:t>To print your poster using our same-day professional printing service, go online to </a:t>
                      </a:r>
                      <a:r>
                        <a:rPr lang="en-US" sz="2800" i="0" u="none" strike="noStrike" cap="none">
                          <a:solidFill>
                            <a:srgbClr val="FFC000"/>
                          </a:solidFill>
                          <a:latin typeface="Arial"/>
                          <a:ea typeface="Arial"/>
                          <a:cs typeface="Arial"/>
                          <a:sym typeface="Arial"/>
                        </a:rPr>
                        <a:t>PosterPresentations.com</a:t>
                      </a:r>
                      <a:r>
                        <a:rPr lang="en-US" sz="2800" i="0" u="none" strike="noStrike" cap="none">
                          <a:solidFill>
                            <a:srgbClr val="D9D9D9"/>
                          </a:solidFill>
                          <a:latin typeface="Arial"/>
                          <a:ea typeface="Arial"/>
                          <a:cs typeface="Arial"/>
                          <a:sym typeface="Arial"/>
                        </a:rPr>
                        <a:t> and click on "</a:t>
                      </a:r>
                      <a:r>
                        <a:rPr lang="en-US" sz="2800" i="0" u="none" strike="noStrike" cap="none">
                          <a:solidFill>
                            <a:srgbClr val="FFC000"/>
                          </a:solidFill>
                          <a:latin typeface="Arial"/>
                          <a:ea typeface="Arial"/>
                          <a:cs typeface="Arial"/>
                          <a:sym typeface="Arial"/>
                        </a:rPr>
                        <a:t>Order your poster</a:t>
                      </a:r>
                      <a:r>
                        <a:rPr lang="en-US" sz="2800" i="0" u="none" strike="noStrike" cap="none">
                          <a:solidFill>
                            <a:srgbClr val="D9D9D9"/>
                          </a:solidFill>
                          <a:latin typeface="Arial"/>
                          <a:ea typeface="Arial"/>
                          <a:cs typeface="Arial"/>
                          <a:sym typeface="Arial"/>
                        </a:rPr>
                        <a:t>".</a:t>
                      </a:r>
                      <a:endParaRPr sz="2800" b="1" u="none" strike="noStrike" cap="none">
                        <a:solidFill>
                          <a:srgbClr val="D9D9D9"/>
                        </a:solidFill>
                        <a:latin typeface="Arial"/>
                        <a:ea typeface="Arial"/>
                        <a:cs typeface="Arial"/>
                        <a:sym typeface="Arial"/>
                      </a:endParaRPr>
                    </a:p>
                  </a:txBody>
                  <a:tcPr marL="182875" marR="91450" marT="137150" marB="45725">
                    <a:solidFill>
                      <a:srgbClr val="010101"/>
                    </a:solidFill>
                  </a:tcPr>
                </a:tc>
                <a:tc hMerge="1">
                  <a:txBody>
                    <a:bodyPr/>
                    <a:lstStyle/>
                    <a:p>
                      <a:endParaRPr lang="en-US"/>
                    </a:p>
                  </a:txBody>
                  <a:tcPr/>
                </a:tc>
                <a:extLst>
                  <a:ext uri="{0D108BD9-81ED-4DB2-BD59-A6C34878D82A}">
                    <a16:rowId xmlns:a16="http://schemas.microsoft.com/office/drawing/2014/main" val="10001"/>
                  </a:ext>
                </a:extLst>
              </a:tr>
              <a:tr h="6071125">
                <a:tc>
                  <a:txBody>
                    <a:bodyPr/>
                    <a:lstStyle/>
                    <a:p>
                      <a:pPr marL="0" marR="0" lvl="0" indent="0" algn="ctr" rtl="0">
                        <a:spcBef>
                          <a:spcPts val="0"/>
                        </a:spcBef>
                        <a:spcAft>
                          <a:spcPts val="0"/>
                        </a:spcAft>
                        <a:buNone/>
                      </a:pPr>
                      <a:endParaRPr sz="2800" u="none" strike="noStrike" cap="none">
                        <a:solidFill>
                          <a:srgbClr val="1F3A4E"/>
                        </a:solidFill>
                      </a:endParaRPr>
                    </a:p>
                    <a:p>
                      <a:pPr marL="0" marR="0" lvl="0" indent="0" algn="ctr" rtl="0">
                        <a:spcBef>
                          <a:spcPts val="0"/>
                        </a:spcBef>
                        <a:spcAft>
                          <a:spcPts val="0"/>
                        </a:spcAft>
                        <a:buNone/>
                      </a:pPr>
                      <a:endParaRPr sz="2800" u="none" strike="noStrike" cap="none">
                        <a:solidFill>
                          <a:srgbClr val="1F3A4E"/>
                        </a:solidFill>
                      </a:endParaRPr>
                    </a:p>
                    <a:p>
                      <a:pPr marL="0" marR="0" lvl="0" indent="0" algn="ctr" rtl="0">
                        <a:spcBef>
                          <a:spcPts val="0"/>
                        </a:spcBef>
                        <a:spcAft>
                          <a:spcPts val="0"/>
                        </a:spcAft>
                        <a:buNone/>
                      </a:pPr>
                      <a:r>
                        <a:rPr lang="en-US" sz="2800" u="none" strike="noStrike" cap="none">
                          <a:solidFill>
                            <a:schemeClr val="lt1"/>
                          </a:solidFill>
                          <a:latin typeface="Arial"/>
                          <a:ea typeface="Arial"/>
                          <a:cs typeface="Arial"/>
                          <a:sym typeface="Arial"/>
                        </a:rPr>
                        <a:t>This is a template for a</a:t>
                      </a:r>
                      <a:endParaRPr/>
                    </a:p>
                    <a:p>
                      <a:pPr marL="0" marR="0" lvl="0" indent="0" algn="ctr" rtl="0">
                        <a:spcBef>
                          <a:spcPts val="0"/>
                        </a:spcBef>
                        <a:spcAft>
                          <a:spcPts val="0"/>
                        </a:spcAft>
                        <a:buNone/>
                      </a:pPr>
                      <a:r>
                        <a:rPr lang="en-US" sz="2800" u="none" strike="noStrike" cap="none">
                          <a:solidFill>
                            <a:schemeClr val="lt1"/>
                          </a:solidFill>
                          <a:latin typeface="Arial"/>
                          <a:ea typeface="Arial"/>
                          <a:cs typeface="Arial"/>
                          <a:sym typeface="Arial"/>
                        </a:rPr>
                        <a:t>presentation poster </a:t>
                      </a:r>
                      <a:br>
                        <a:rPr lang="en-US" sz="2800" u="none" strike="noStrike" cap="none">
                          <a:solidFill>
                            <a:schemeClr val="lt1"/>
                          </a:solidFill>
                          <a:latin typeface="Arial"/>
                          <a:ea typeface="Arial"/>
                          <a:cs typeface="Arial"/>
                          <a:sym typeface="Arial"/>
                        </a:rPr>
                      </a:br>
                      <a:r>
                        <a:rPr lang="en-US" sz="4400" b="1" u="none" strike="noStrike" cap="none">
                          <a:solidFill>
                            <a:srgbClr val="FFC000"/>
                          </a:solidFill>
                          <a:latin typeface="Arial"/>
                          <a:ea typeface="Arial"/>
                          <a:cs typeface="Arial"/>
                          <a:sym typeface="Arial"/>
                        </a:rPr>
                        <a:t>A0</a:t>
                      </a:r>
                      <a:endParaRPr/>
                    </a:p>
                    <a:p>
                      <a:pPr marL="0" marR="0" lvl="0" indent="0" algn="ctr" rtl="0">
                        <a:lnSpc>
                          <a:spcPct val="100000"/>
                        </a:lnSpc>
                        <a:spcBef>
                          <a:spcPts val="0"/>
                        </a:spcBef>
                        <a:spcAft>
                          <a:spcPts val="0"/>
                        </a:spcAft>
                        <a:buClr>
                          <a:srgbClr val="FFC000"/>
                        </a:buClr>
                        <a:buSzPts val="2800"/>
                        <a:buFont typeface="Arial"/>
                        <a:buNone/>
                      </a:pPr>
                      <a:r>
                        <a:rPr lang="en-US" sz="2800" u="none" strike="noStrike" cap="none">
                          <a:solidFill>
                            <a:srgbClr val="FFC000"/>
                          </a:solidFill>
                          <a:latin typeface="Arial"/>
                          <a:ea typeface="Arial"/>
                          <a:cs typeface="Arial"/>
                          <a:sym typeface="Arial"/>
                        </a:rPr>
                        <a:t>(841mm x 1189mm)</a:t>
                      </a:r>
                      <a:endParaRPr/>
                    </a:p>
                    <a:p>
                      <a:pPr marL="0" marR="0" lvl="0" indent="0" algn="ctr" rtl="0">
                        <a:lnSpc>
                          <a:spcPct val="100000"/>
                        </a:lnSpc>
                        <a:spcBef>
                          <a:spcPts val="0"/>
                        </a:spcBef>
                        <a:spcAft>
                          <a:spcPts val="0"/>
                        </a:spcAft>
                        <a:buClr>
                          <a:srgbClr val="FFC000"/>
                        </a:buClr>
                        <a:buSzPts val="2800"/>
                        <a:buFont typeface="Arial"/>
                        <a:buNone/>
                      </a:pPr>
                      <a:r>
                        <a:rPr lang="en-US" sz="2800" u="none" strike="noStrike" cap="none">
                          <a:solidFill>
                            <a:srgbClr val="FFC000"/>
                          </a:solidFill>
                          <a:latin typeface="Arial"/>
                          <a:ea typeface="Arial"/>
                          <a:cs typeface="Arial"/>
                          <a:sym typeface="Arial"/>
                        </a:rPr>
                        <a:t>(33.11 x 46.81 inches)</a:t>
                      </a:r>
                      <a:br>
                        <a:rPr lang="en-US" sz="2800" u="none" strike="noStrike" cap="none">
                          <a:solidFill>
                            <a:schemeClr val="lt1"/>
                          </a:solidFill>
                          <a:latin typeface="Arial"/>
                          <a:ea typeface="Arial"/>
                          <a:cs typeface="Arial"/>
                          <a:sym typeface="Arial"/>
                        </a:rPr>
                      </a:br>
                      <a:endParaRPr sz="2800" u="none" strike="noStrike" cap="none">
                        <a:solidFill>
                          <a:srgbClr val="1F3A4E"/>
                        </a:solidFill>
                      </a:endParaRPr>
                    </a:p>
                  </a:txBody>
                  <a:tcPr marL="91450" marR="91450" marT="45725" marB="45725">
                    <a:solidFill>
                      <a:srgbClr val="010101"/>
                    </a:solidFill>
                  </a:tcPr>
                </a:tc>
                <a:tc>
                  <a:txBody>
                    <a:bodyPr/>
                    <a:lstStyle/>
                    <a:p>
                      <a:pPr marL="0" marR="0" lvl="0" indent="0" algn="l" rtl="0">
                        <a:lnSpc>
                          <a:spcPct val="100000"/>
                        </a:lnSpc>
                        <a:spcBef>
                          <a:spcPts val="0"/>
                        </a:spcBef>
                        <a:spcAft>
                          <a:spcPts val="0"/>
                        </a:spcAft>
                        <a:buClr>
                          <a:srgbClr val="FFC000"/>
                        </a:buClr>
                        <a:buSzPts val="3200"/>
                        <a:buFont typeface="Arial"/>
                        <a:buNone/>
                      </a:pPr>
                      <a:r>
                        <a:rPr lang="en-US" sz="3200" b="1" u="none" strike="noStrike" cap="none">
                          <a:solidFill>
                            <a:srgbClr val="FFC000"/>
                          </a:solidFill>
                          <a:latin typeface="Arial"/>
                          <a:ea typeface="Arial"/>
                          <a:cs typeface="Arial"/>
                          <a:sym typeface="Arial"/>
                        </a:rPr>
                        <a:t>Important: Check the template size</a:t>
                      </a:r>
                      <a:br>
                        <a:rPr lang="en-US" sz="2800" b="0" u="none" strike="noStrike" cap="none">
                          <a:solidFill>
                            <a:srgbClr val="FFC000"/>
                          </a:solidFill>
                          <a:latin typeface="Arial"/>
                          <a:ea typeface="Arial"/>
                          <a:cs typeface="Arial"/>
                          <a:sym typeface="Arial"/>
                        </a:rPr>
                      </a:br>
                      <a:r>
                        <a:rPr lang="en-US" sz="2800" b="0" u="none" strike="noStrike" cap="none">
                          <a:solidFill>
                            <a:srgbClr val="D9D9D9"/>
                          </a:solidFill>
                          <a:latin typeface="Arial"/>
                          <a:ea typeface="Arial"/>
                          <a:cs typeface="Arial"/>
                          <a:sym typeface="Arial"/>
                        </a:rPr>
                        <a:t>Before you start working on your poster and to avoid printing problems check that you have downloaded and that you are using the correct size template for your poster presentation.</a:t>
                      </a:r>
                      <a:br>
                        <a:rPr lang="en-US" sz="2800" b="0" u="none" strike="noStrike" cap="none">
                          <a:solidFill>
                            <a:srgbClr val="D9D9D9"/>
                          </a:solidFill>
                          <a:latin typeface="Arial"/>
                          <a:ea typeface="Arial"/>
                          <a:cs typeface="Arial"/>
                          <a:sym typeface="Arial"/>
                        </a:rPr>
                      </a:br>
                      <a:endParaRPr sz="2800" b="0" u="none" strike="noStrike" cap="none">
                        <a:solidFill>
                          <a:srgbClr val="FFC000"/>
                        </a:solidFill>
                        <a:latin typeface="Arial"/>
                        <a:ea typeface="Arial"/>
                        <a:cs typeface="Arial"/>
                        <a:sym typeface="Arial"/>
                      </a:endParaRPr>
                    </a:p>
                  </a:txBody>
                  <a:tcPr marL="182875" marR="91450" marT="137150" marB="45725">
                    <a:solidFill>
                      <a:srgbClr val="010101"/>
                    </a:solidFill>
                  </a:tcPr>
                </a:tc>
                <a:extLst>
                  <a:ext uri="{0D108BD9-81ED-4DB2-BD59-A6C34878D82A}">
                    <a16:rowId xmlns:a16="http://schemas.microsoft.com/office/drawing/2014/main" val="10002"/>
                  </a:ext>
                </a:extLst>
              </a:tr>
              <a:tr h="4613950">
                <a:tc>
                  <a:txBody>
                    <a:bodyPr/>
                    <a:lstStyle/>
                    <a:p>
                      <a:pPr marL="0" marR="0" lvl="0" indent="0" algn="l" rtl="0">
                        <a:spcBef>
                          <a:spcPts val="0"/>
                        </a:spcBef>
                        <a:spcAft>
                          <a:spcPts val="0"/>
                        </a:spcAft>
                        <a:buNone/>
                      </a:pPr>
                      <a:endParaRPr sz="2800">
                        <a:solidFill>
                          <a:srgbClr val="1F3A4E"/>
                        </a:solidFill>
                      </a:endParaRPr>
                    </a:p>
                  </a:txBody>
                  <a:tcPr marL="91450" marR="91450" marT="45725" marB="45725"/>
                </a:tc>
                <a:tc>
                  <a:txBody>
                    <a:bodyPr/>
                    <a:lstStyle/>
                    <a:p>
                      <a:pPr marL="0" marR="0" lvl="0" indent="0" algn="l" rtl="0">
                        <a:spcBef>
                          <a:spcPts val="0"/>
                        </a:spcBef>
                        <a:spcAft>
                          <a:spcPts val="0"/>
                        </a:spcAft>
                        <a:buNone/>
                      </a:pPr>
                      <a:r>
                        <a:rPr lang="en-US" sz="3200" b="1">
                          <a:solidFill>
                            <a:srgbClr val="FFC000"/>
                          </a:solidFill>
                          <a:latin typeface="Arial"/>
                          <a:ea typeface="Arial"/>
                          <a:cs typeface="Arial"/>
                          <a:sym typeface="Arial"/>
                        </a:rPr>
                        <a:t>How to </a:t>
                      </a:r>
                      <a:r>
                        <a:rPr lang="en-US" sz="4800" b="1">
                          <a:solidFill>
                            <a:srgbClr val="FFC000"/>
                          </a:solidFill>
                          <a:latin typeface="Arial"/>
                          <a:ea typeface="Arial"/>
                          <a:cs typeface="Arial"/>
                          <a:sym typeface="Arial"/>
                        </a:rPr>
                        <a:t>Zoom in </a:t>
                      </a:r>
                      <a:r>
                        <a:rPr lang="en-US" sz="3200" b="1">
                          <a:solidFill>
                            <a:srgbClr val="FFC000"/>
                          </a:solidFill>
                          <a:latin typeface="Arial"/>
                          <a:ea typeface="Arial"/>
                          <a:cs typeface="Arial"/>
                          <a:sym typeface="Arial"/>
                        </a:rPr>
                        <a:t>and </a:t>
                      </a:r>
                      <a:r>
                        <a:rPr lang="en-US" sz="2400" b="1">
                          <a:solidFill>
                            <a:srgbClr val="FFC000"/>
                          </a:solidFill>
                          <a:latin typeface="Arial"/>
                          <a:ea typeface="Arial"/>
                          <a:cs typeface="Arial"/>
                          <a:sym typeface="Arial"/>
                        </a:rPr>
                        <a:t>out</a:t>
                      </a:r>
                      <a:endParaRPr sz="3200" b="1">
                        <a:solidFill>
                          <a:srgbClr val="FFC000"/>
                        </a:solidFill>
                        <a:latin typeface="Arial"/>
                        <a:ea typeface="Arial"/>
                        <a:cs typeface="Arial"/>
                        <a:sym typeface="Arial"/>
                      </a:endParaRPr>
                    </a:p>
                    <a:p>
                      <a:pPr marL="0" marR="0" lvl="0" indent="0" algn="l" rtl="0">
                        <a:spcBef>
                          <a:spcPts val="0"/>
                        </a:spcBef>
                        <a:spcAft>
                          <a:spcPts val="0"/>
                        </a:spcAft>
                        <a:buNone/>
                      </a:pPr>
                      <a:r>
                        <a:rPr lang="en-US" sz="2800" b="0">
                          <a:solidFill>
                            <a:srgbClr val="D9D9D9"/>
                          </a:solidFill>
                          <a:latin typeface="Arial"/>
                          <a:ea typeface="Arial"/>
                          <a:cs typeface="Arial"/>
                          <a:sym typeface="Arial"/>
                        </a:rPr>
                        <a:t>Use the PowerPoint zoom tool to adjust the screen magnification to view comfortably. PowerPoint provides 2 ways to zoom: </a:t>
                      </a:r>
                      <a:br>
                        <a:rPr lang="en-US" sz="2800" b="0">
                          <a:solidFill>
                            <a:srgbClr val="D9D9D9"/>
                          </a:solidFill>
                          <a:latin typeface="Arial"/>
                          <a:ea typeface="Arial"/>
                          <a:cs typeface="Arial"/>
                          <a:sym typeface="Arial"/>
                        </a:rPr>
                      </a:br>
                      <a:r>
                        <a:rPr lang="en-US" sz="2800" b="0">
                          <a:solidFill>
                            <a:srgbClr val="FFC000"/>
                          </a:solidFill>
                          <a:latin typeface="Arial"/>
                          <a:ea typeface="Arial"/>
                          <a:cs typeface="Arial"/>
                          <a:sym typeface="Arial"/>
                        </a:rPr>
                        <a:t>1. </a:t>
                      </a:r>
                      <a:r>
                        <a:rPr lang="en-US" sz="2800" b="0">
                          <a:solidFill>
                            <a:srgbClr val="D9D9D9"/>
                          </a:solidFill>
                          <a:latin typeface="Arial"/>
                          <a:ea typeface="Arial"/>
                          <a:cs typeface="Arial"/>
                          <a:sym typeface="Arial"/>
                        </a:rPr>
                        <a:t>On the top menu bar click on the VIEW tab and then click on ZOOM. Choose the zoom percentage that works best for you. </a:t>
                      </a:r>
                      <a:br>
                        <a:rPr lang="en-US" sz="2800" b="0">
                          <a:solidFill>
                            <a:srgbClr val="D9D9D9"/>
                          </a:solidFill>
                          <a:latin typeface="Arial"/>
                          <a:ea typeface="Arial"/>
                          <a:cs typeface="Arial"/>
                          <a:sym typeface="Arial"/>
                        </a:rPr>
                      </a:br>
                      <a:r>
                        <a:rPr lang="en-US" sz="2800" b="0">
                          <a:solidFill>
                            <a:srgbClr val="FFC000"/>
                          </a:solidFill>
                          <a:latin typeface="Arial"/>
                          <a:ea typeface="Arial"/>
                          <a:cs typeface="Arial"/>
                          <a:sym typeface="Arial"/>
                        </a:rPr>
                        <a:t>2. </a:t>
                      </a:r>
                      <a:r>
                        <a:rPr lang="en-US" sz="2800" b="0">
                          <a:solidFill>
                            <a:srgbClr val="D9D9D9"/>
                          </a:solidFill>
                          <a:latin typeface="Arial"/>
                          <a:ea typeface="Arial"/>
                          <a:cs typeface="Arial"/>
                          <a:sym typeface="Arial"/>
                        </a:rPr>
                        <a:t>For better zoom flexibility, use the zoom slider at the bottom right of the window.</a:t>
                      </a:r>
                      <a:endParaRPr/>
                    </a:p>
                  </a:txBody>
                  <a:tcPr marL="182875" marR="91450" marT="137150" marB="45725">
                    <a:solidFill>
                      <a:srgbClr val="010101"/>
                    </a:solidFill>
                  </a:tcPr>
                </a:tc>
                <a:extLst>
                  <a:ext uri="{0D108BD9-81ED-4DB2-BD59-A6C34878D82A}">
                    <a16:rowId xmlns:a16="http://schemas.microsoft.com/office/drawing/2014/main" val="10003"/>
                  </a:ext>
                </a:extLst>
              </a:tr>
              <a:tr h="2820925">
                <a:tc gridSpan="2">
                  <a:txBody>
                    <a:bodyPr/>
                    <a:lstStyle/>
                    <a:p>
                      <a:pPr marL="0" marR="0" lvl="0" indent="0" algn="l" rtl="0">
                        <a:lnSpc>
                          <a:spcPct val="100000"/>
                        </a:lnSpc>
                        <a:spcBef>
                          <a:spcPts val="0"/>
                        </a:spcBef>
                        <a:spcAft>
                          <a:spcPts val="0"/>
                        </a:spcAft>
                        <a:buClr>
                          <a:srgbClr val="FFC000"/>
                        </a:buClr>
                        <a:buSzPts val="3200"/>
                        <a:buFont typeface="Arial"/>
                        <a:buNone/>
                      </a:pPr>
                      <a:r>
                        <a:rPr lang="en-US" sz="3200" b="1">
                          <a:solidFill>
                            <a:srgbClr val="FFC000"/>
                          </a:solidFill>
                          <a:latin typeface="Arial"/>
                          <a:ea typeface="Arial"/>
                          <a:cs typeface="Arial"/>
                          <a:sym typeface="Arial"/>
                        </a:rPr>
                        <a:t>Ruler and Guides</a:t>
                      </a:r>
                      <a:br>
                        <a:rPr lang="en-US" sz="2800" b="0">
                          <a:solidFill>
                            <a:srgbClr val="FFC000"/>
                          </a:solidFill>
                          <a:latin typeface="Arial"/>
                          <a:ea typeface="Arial"/>
                          <a:cs typeface="Arial"/>
                          <a:sym typeface="Arial"/>
                        </a:rPr>
                      </a:br>
                      <a:r>
                        <a:rPr lang="en-US" sz="2800" b="0">
                          <a:solidFill>
                            <a:srgbClr val="D9D9D9"/>
                          </a:solidFill>
                          <a:latin typeface="Arial"/>
                          <a:ea typeface="Arial"/>
                          <a:cs typeface="Arial"/>
                          <a:sym typeface="Arial"/>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endParaRPr/>
                    </a:p>
                  </a:txBody>
                  <a:tcPr marL="91450" marR="91450" marT="45725" marB="45725">
                    <a:solidFill>
                      <a:srgbClr val="010101"/>
                    </a:solidFill>
                  </a:tcPr>
                </a:tc>
                <a:tc hMerge="1">
                  <a:txBody>
                    <a:bodyPr/>
                    <a:lstStyle/>
                    <a:p>
                      <a:endParaRPr lang="en-US"/>
                    </a:p>
                  </a:txBody>
                  <a:tcPr/>
                </a:tc>
                <a:extLst>
                  <a:ext uri="{0D108BD9-81ED-4DB2-BD59-A6C34878D82A}">
                    <a16:rowId xmlns:a16="http://schemas.microsoft.com/office/drawing/2014/main" val="10004"/>
                  </a:ext>
                </a:extLst>
              </a:tr>
              <a:tr h="5580525">
                <a:tc>
                  <a:txBody>
                    <a:bodyPr/>
                    <a:lstStyle/>
                    <a:p>
                      <a:pPr marL="0" marR="0" lvl="0" indent="0" algn="l" rtl="0">
                        <a:spcBef>
                          <a:spcPts val="0"/>
                        </a:spcBef>
                        <a:spcAft>
                          <a:spcPts val="0"/>
                        </a:spcAft>
                        <a:buNone/>
                      </a:pPr>
                      <a:endParaRPr sz="2800">
                        <a:solidFill>
                          <a:srgbClr val="1F3A4E"/>
                        </a:solidFill>
                      </a:endParaRPr>
                    </a:p>
                  </a:txBody>
                  <a:tcPr marL="91450" marR="91450" marT="45725" marB="45725"/>
                </a:tc>
                <a:tc>
                  <a:txBody>
                    <a:bodyPr/>
                    <a:lstStyle/>
                    <a:p>
                      <a:pPr marL="0" marR="0" lvl="1" indent="0" algn="l" rtl="0">
                        <a:spcBef>
                          <a:spcPts val="0"/>
                        </a:spcBef>
                        <a:spcAft>
                          <a:spcPts val="0"/>
                        </a:spcAft>
                        <a:buNone/>
                      </a:pPr>
                      <a:r>
                        <a:rPr lang="en-US" sz="3200" b="1" u="none" strike="noStrike" cap="none">
                          <a:solidFill>
                            <a:srgbClr val="FFC000"/>
                          </a:solidFill>
                          <a:latin typeface="Arial"/>
                          <a:ea typeface="Arial"/>
                          <a:cs typeface="Arial"/>
                          <a:sym typeface="Arial"/>
                        </a:rPr>
                        <a:t>Headers and text containers</a:t>
                      </a:r>
                      <a:br>
                        <a:rPr lang="en-US" sz="2800" b="0" u="none" strike="noStrike" cap="none">
                          <a:solidFill>
                            <a:schemeClr val="lt1"/>
                          </a:solidFill>
                          <a:latin typeface="Arial"/>
                          <a:ea typeface="Arial"/>
                          <a:cs typeface="Arial"/>
                          <a:sym typeface="Arial"/>
                        </a:rPr>
                      </a:br>
                      <a:r>
                        <a:rPr lang="en-US" sz="2800" b="0" u="none" strike="noStrike" cap="none">
                          <a:solidFill>
                            <a:srgbClr val="D9D9D9"/>
                          </a:solidFill>
                          <a:latin typeface="Arial"/>
                          <a:ea typeface="Arial"/>
                          <a:cs typeface="Arial"/>
                          <a:sym typeface="Arial"/>
                        </a:rPr>
                        <a:t>Included in this template are commonly used section headers such as Abstract, Objectives, Methods, Results, etc. </a:t>
                      </a:r>
                      <a:br>
                        <a:rPr lang="en-US" sz="2800" b="0" u="none" strike="noStrike" cap="none">
                          <a:solidFill>
                            <a:schemeClr val="lt1"/>
                          </a:solidFill>
                          <a:latin typeface="Arial"/>
                          <a:ea typeface="Arial"/>
                          <a:cs typeface="Arial"/>
                          <a:sym typeface="Arial"/>
                        </a:rPr>
                      </a:br>
                      <a:r>
                        <a:rPr lang="en-US" sz="2800" b="0" u="none" strike="noStrike" cap="none">
                          <a:solidFill>
                            <a:srgbClr val="FFC000"/>
                          </a:solidFill>
                          <a:latin typeface="Arial"/>
                          <a:ea typeface="Arial"/>
                          <a:cs typeface="Arial"/>
                          <a:sym typeface="Arial"/>
                        </a:rPr>
                        <a:t>-</a:t>
                      </a:r>
                      <a:r>
                        <a:rPr lang="en-US" sz="2800" b="0" u="none" strike="noStrike" cap="none">
                          <a:solidFill>
                            <a:schemeClr val="lt1"/>
                          </a:solidFill>
                          <a:latin typeface="Arial"/>
                          <a:ea typeface="Arial"/>
                          <a:cs typeface="Arial"/>
                          <a:sym typeface="Arial"/>
                        </a:rPr>
                        <a:t> </a:t>
                      </a:r>
                      <a:r>
                        <a:rPr lang="en-US" sz="2800" b="0" u="none" strike="noStrike" cap="none">
                          <a:solidFill>
                            <a:srgbClr val="D9D9D9"/>
                          </a:solidFill>
                          <a:latin typeface="Arial"/>
                          <a:ea typeface="Arial"/>
                          <a:cs typeface="Arial"/>
                          <a:sym typeface="Arial"/>
                        </a:rPr>
                        <a:t>Click inside a section header to add its text. </a:t>
                      </a:r>
                      <a:br>
                        <a:rPr lang="en-US" sz="2800" b="0" u="none" strike="noStrike" cap="none">
                          <a:solidFill>
                            <a:schemeClr val="lt1"/>
                          </a:solidFill>
                          <a:latin typeface="Arial"/>
                          <a:ea typeface="Arial"/>
                          <a:cs typeface="Arial"/>
                          <a:sym typeface="Arial"/>
                        </a:rPr>
                      </a:br>
                      <a:r>
                        <a:rPr lang="en-US" sz="2800" b="0" u="none" strike="noStrike" cap="none">
                          <a:solidFill>
                            <a:srgbClr val="FFC000"/>
                          </a:solidFill>
                          <a:latin typeface="Arial"/>
                          <a:ea typeface="Arial"/>
                          <a:cs typeface="Arial"/>
                          <a:sym typeface="Arial"/>
                        </a:rPr>
                        <a:t>-</a:t>
                      </a:r>
                      <a:r>
                        <a:rPr lang="en-US" sz="2800" b="0" u="none" strike="noStrike" cap="none">
                          <a:solidFill>
                            <a:schemeClr val="lt1"/>
                          </a:solidFill>
                          <a:latin typeface="Arial"/>
                          <a:ea typeface="Arial"/>
                          <a:cs typeface="Arial"/>
                          <a:sym typeface="Arial"/>
                        </a:rPr>
                        <a:t> </a:t>
                      </a:r>
                      <a:r>
                        <a:rPr lang="en-US" sz="2800" b="0" u="none" strike="noStrike" cap="none">
                          <a:solidFill>
                            <a:srgbClr val="D9D9D9"/>
                          </a:solidFill>
                          <a:latin typeface="Arial"/>
                          <a:ea typeface="Arial"/>
                          <a:cs typeface="Arial"/>
                          <a:sym typeface="Arial"/>
                        </a:rPr>
                        <a:t>To add another header, click on edge of the section box so that it is outlined. Copy and paste it. </a:t>
                      </a:r>
                      <a:br>
                        <a:rPr lang="en-US" sz="2800" b="0" u="none" strike="noStrike" cap="none">
                          <a:solidFill>
                            <a:schemeClr val="lt1"/>
                          </a:solidFill>
                          <a:latin typeface="Arial"/>
                          <a:ea typeface="Arial"/>
                          <a:cs typeface="Arial"/>
                          <a:sym typeface="Arial"/>
                        </a:rPr>
                      </a:br>
                      <a:r>
                        <a:rPr lang="en-US" sz="2800" b="0" u="none" strike="noStrike" cap="none">
                          <a:solidFill>
                            <a:srgbClr val="FFC000"/>
                          </a:solidFill>
                          <a:latin typeface="Arial"/>
                          <a:ea typeface="Arial"/>
                          <a:cs typeface="Arial"/>
                          <a:sym typeface="Arial"/>
                        </a:rPr>
                        <a:t>-</a:t>
                      </a:r>
                      <a:r>
                        <a:rPr lang="en-US" sz="2800" b="0" u="none" strike="noStrike" cap="none">
                          <a:solidFill>
                            <a:schemeClr val="lt1"/>
                          </a:solidFill>
                          <a:latin typeface="Arial"/>
                          <a:ea typeface="Arial"/>
                          <a:cs typeface="Arial"/>
                          <a:sym typeface="Arial"/>
                        </a:rPr>
                        <a:t> </a:t>
                      </a:r>
                      <a:r>
                        <a:rPr lang="en-US" sz="2800" b="0" u="none" strike="noStrike" cap="none">
                          <a:solidFill>
                            <a:srgbClr val="D9D9D9"/>
                          </a:solidFill>
                          <a:latin typeface="Arial"/>
                          <a:ea typeface="Arial"/>
                          <a:cs typeface="Arial"/>
                          <a:sym typeface="Arial"/>
                        </a:rPr>
                        <a:t>To increase its size, click on the white circles and expand to the the desired size.</a:t>
                      </a:r>
                      <a:endParaRPr/>
                    </a:p>
                  </a:txBody>
                  <a:tcPr marL="182875" marR="91450" marT="137150" marB="45725">
                    <a:solidFill>
                      <a:srgbClr val="010101"/>
                    </a:solidFill>
                  </a:tcPr>
                </a:tc>
                <a:extLst>
                  <a:ext uri="{0D108BD9-81ED-4DB2-BD59-A6C34878D82A}">
                    <a16:rowId xmlns:a16="http://schemas.microsoft.com/office/drawing/2014/main" val="10005"/>
                  </a:ext>
                </a:extLst>
              </a:tr>
              <a:tr h="4538025">
                <a:tc gridSpan="2">
                  <a:txBody>
                    <a:bodyPr/>
                    <a:lstStyle/>
                    <a:p>
                      <a:pPr marL="0" marR="0" lvl="0" indent="0" algn="l" rtl="0">
                        <a:spcBef>
                          <a:spcPts val="0"/>
                        </a:spcBef>
                        <a:spcAft>
                          <a:spcPts val="0"/>
                        </a:spcAft>
                        <a:buNone/>
                      </a:pPr>
                      <a:r>
                        <a:rPr lang="en-US" sz="3200" b="1">
                          <a:solidFill>
                            <a:srgbClr val="FFC000"/>
                          </a:solidFill>
                          <a:latin typeface="Arial"/>
                          <a:ea typeface="Arial"/>
                          <a:cs typeface="Arial"/>
                          <a:sym typeface="Arial"/>
                        </a:rPr>
                        <a:t>Adding content to the poster</a:t>
                      </a:r>
                      <a:endParaRPr/>
                    </a:p>
                    <a:p>
                      <a:pPr marL="0" marR="0" lvl="0" indent="0" algn="l" rtl="0">
                        <a:spcBef>
                          <a:spcPts val="0"/>
                        </a:spcBef>
                        <a:spcAft>
                          <a:spcPts val="0"/>
                        </a:spcAft>
                        <a:buNone/>
                      </a:pPr>
                      <a:r>
                        <a:rPr lang="en-US" sz="2800">
                          <a:solidFill>
                            <a:srgbClr val="D9D9D9"/>
                          </a:solidFill>
                          <a:latin typeface="Arial"/>
                          <a:ea typeface="Arial"/>
                          <a:cs typeface="Arial"/>
                          <a:sym typeface="Arial"/>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endParaRPr/>
                    </a:p>
                    <a:p>
                      <a:pPr marL="342900" marR="0" lvl="0" indent="-342900" algn="l" rtl="0">
                        <a:spcBef>
                          <a:spcPts val="0"/>
                        </a:spcBef>
                        <a:spcAft>
                          <a:spcPts val="0"/>
                        </a:spcAft>
                        <a:buClr>
                          <a:srgbClr val="D9D9D9"/>
                        </a:buClr>
                        <a:buSzPts val="2800"/>
                        <a:buFont typeface="Arial"/>
                        <a:buChar char="-"/>
                      </a:pPr>
                      <a:r>
                        <a:rPr lang="en-US" sz="2800">
                          <a:solidFill>
                            <a:srgbClr val="D9D9D9"/>
                          </a:solidFill>
                          <a:latin typeface="Arial"/>
                          <a:ea typeface="Arial"/>
                          <a:cs typeface="Arial"/>
                          <a:sym typeface="Arial"/>
                        </a:rPr>
                        <a:t>If you run out of room, try to reduce the size of your fonts and/or the size of your graphics. If there is a lot of empty space try to increase your font sizes and the size of your graphics. The font used for references can be smaller.</a:t>
                      </a:r>
                      <a:endParaRPr sz="2800">
                        <a:solidFill>
                          <a:srgbClr val="D9D9D9"/>
                        </a:solidFill>
                        <a:latin typeface="Arial"/>
                        <a:ea typeface="Arial"/>
                        <a:cs typeface="Arial"/>
                        <a:sym typeface="Arial"/>
                      </a:endParaRPr>
                    </a:p>
                  </a:txBody>
                  <a:tcPr marL="91450" marR="91450" marT="45725" marB="45725">
                    <a:solidFill>
                      <a:srgbClr val="010101"/>
                    </a:solidFill>
                  </a:tcPr>
                </a:tc>
                <a:tc hMerge="1">
                  <a:txBody>
                    <a:bodyPr/>
                    <a:lstStyle/>
                    <a:p>
                      <a:endParaRPr lang="en-US"/>
                    </a:p>
                  </a:txBody>
                  <a:tcPr/>
                </a:tc>
                <a:extLst>
                  <a:ext uri="{0D108BD9-81ED-4DB2-BD59-A6C34878D82A}">
                    <a16:rowId xmlns:a16="http://schemas.microsoft.com/office/drawing/2014/main" val="10006"/>
                  </a:ext>
                </a:extLst>
              </a:tr>
              <a:tr h="3004900">
                <a:tc gridSpan="2">
                  <a:txBody>
                    <a:bodyPr/>
                    <a:lstStyle/>
                    <a:p>
                      <a:pPr marL="0" marR="0" lvl="0" indent="0" algn="l" rtl="0">
                        <a:lnSpc>
                          <a:spcPct val="100000"/>
                        </a:lnSpc>
                        <a:spcBef>
                          <a:spcPts val="0"/>
                        </a:spcBef>
                        <a:spcAft>
                          <a:spcPts val="0"/>
                        </a:spcAft>
                        <a:buClr>
                          <a:srgbClr val="FFC000"/>
                        </a:buClr>
                        <a:buSzPts val="3200"/>
                        <a:buFont typeface="Arial"/>
                        <a:buNone/>
                      </a:pPr>
                      <a:r>
                        <a:rPr lang="en-US" sz="3200" b="1">
                          <a:solidFill>
                            <a:srgbClr val="FFC000"/>
                          </a:solidFill>
                          <a:latin typeface="Arial"/>
                          <a:ea typeface="Arial"/>
                          <a:cs typeface="Arial"/>
                          <a:sym typeface="Arial"/>
                        </a:rPr>
                        <a:t>Photos</a:t>
                      </a:r>
                      <a:endParaRPr/>
                    </a:p>
                    <a:p>
                      <a:pPr marL="0" marR="0" lvl="0" indent="0" algn="l" rtl="0">
                        <a:lnSpc>
                          <a:spcPct val="100000"/>
                        </a:lnSpc>
                        <a:spcBef>
                          <a:spcPts val="0"/>
                        </a:spcBef>
                        <a:spcAft>
                          <a:spcPts val="0"/>
                        </a:spcAft>
                        <a:buClr>
                          <a:srgbClr val="D9D9D9"/>
                        </a:buClr>
                        <a:buSzPts val="2800"/>
                        <a:buFont typeface="Arial"/>
                        <a:buNone/>
                      </a:pPr>
                      <a:r>
                        <a:rPr lang="en-US" sz="2800" b="0" i="0" u="none" strike="noStrike" cap="none">
                          <a:solidFill>
                            <a:srgbClr val="D9D9D9"/>
                          </a:solidFill>
                          <a:latin typeface="Arial"/>
                          <a:ea typeface="Arial"/>
                          <a:cs typeface="Arial"/>
                          <a:sym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endParaRPr/>
                    </a:p>
                  </a:txBody>
                  <a:tcPr marL="182875" marR="91450" marT="137150" marB="45725">
                    <a:solidFill>
                      <a:srgbClr val="010101"/>
                    </a:solidFill>
                  </a:tcPr>
                </a:tc>
                <a:tc hMerge="1">
                  <a:txBody>
                    <a:bodyPr/>
                    <a:lstStyle/>
                    <a:p>
                      <a:endParaRPr lang="en-US"/>
                    </a:p>
                  </a:txBody>
                  <a:tcPr/>
                </a:tc>
                <a:extLst>
                  <a:ext uri="{0D108BD9-81ED-4DB2-BD59-A6C34878D82A}">
                    <a16:rowId xmlns:a16="http://schemas.microsoft.com/office/drawing/2014/main" val="10007"/>
                  </a:ext>
                </a:extLst>
              </a:tr>
              <a:tr h="2642850">
                <a:tc gridSpan="2">
                  <a:txBody>
                    <a:bodyPr/>
                    <a:lstStyle/>
                    <a:p>
                      <a:pPr marL="0" marR="0" lvl="0" indent="0" algn="l" rtl="0">
                        <a:spcBef>
                          <a:spcPts val="0"/>
                        </a:spcBef>
                        <a:spcAft>
                          <a:spcPts val="0"/>
                        </a:spcAft>
                        <a:buNone/>
                      </a:pPr>
                      <a:endParaRPr sz="2800">
                        <a:solidFill>
                          <a:schemeClr val="lt1"/>
                        </a:solidFill>
                        <a:latin typeface="Arial"/>
                        <a:ea typeface="Arial"/>
                        <a:cs typeface="Arial"/>
                        <a:sym typeface="Arial"/>
                      </a:endParaRPr>
                    </a:p>
                  </a:txBody>
                  <a:tcPr marL="182875" marR="91450" marT="137150" marB="45725"/>
                </a:tc>
                <a:tc hMerge="1">
                  <a:txBody>
                    <a:bodyPr/>
                    <a:lstStyle/>
                    <a:p>
                      <a:endParaRPr lang="en-US"/>
                    </a:p>
                  </a:txBody>
                  <a:tcPr/>
                </a:tc>
                <a:extLst>
                  <a:ext uri="{0D108BD9-81ED-4DB2-BD59-A6C34878D82A}">
                    <a16:rowId xmlns:a16="http://schemas.microsoft.com/office/drawing/2014/main" val="10008"/>
                  </a:ext>
                </a:extLst>
              </a:tr>
              <a:tr h="3266900">
                <a:tc gridSpan="2">
                  <a:txBody>
                    <a:bodyPr/>
                    <a:lstStyle/>
                    <a:p>
                      <a:pPr marL="0" marR="0" lvl="0" indent="0" algn="l" rtl="0">
                        <a:lnSpc>
                          <a:spcPct val="100000"/>
                        </a:lnSpc>
                        <a:spcBef>
                          <a:spcPts val="0"/>
                        </a:spcBef>
                        <a:spcAft>
                          <a:spcPts val="0"/>
                        </a:spcAft>
                        <a:buClr>
                          <a:srgbClr val="FFC000"/>
                        </a:buClr>
                        <a:buSzPts val="3200"/>
                        <a:buFont typeface="Arial"/>
                        <a:buNone/>
                      </a:pPr>
                      <a:r>
                        <a:rPr lang="en-US" sz="3200" b="1">
                          <a:solidFill>
                            <a:srgbClr val="FFC000"/>
                          </a:solidFill>
                          <a:latin typeface="Arial"/>
                          <a:ea typeface="Arial"/>
                          <a:cs typeface="Arial"/>
                          <a:sym typeface="Arial"/>
                        </a:rPr>
                        <a:t>Quality check your graphics</a:t>
                      </a:r>
                      <a:endParaRPr/>
                    </a:p>
                    <a:p>
                      <a:pPr marL="0" marR="0" lvl="0" indent="0" algn="l" rtl="0">
                        <a:lnSpc>
                          <a:spcPct val="100000"/>
                        </a:lnSpc>
                        <a:spcBef>
                          <a:spcPts val="0"/>
                        </a:spcBef>
                        <a:spcAft>
                          <a:spcPts val="0"/>
                        </a:spcAft>
                        <a:buClr>
                          <a:srgbClr val="D9D9D9"/>
                        </a:buClr>
                        <a:buSzPts val="2800"/>
                        <a:buFont typeface="Arial"/>
                        <a:buNone/>
                      </a:pPr>
                      <a:r>
                        <a:rPr lang="en-US" sz="2800">
                          <a:solidFill>
                            <a:srgbClr val="D9D9D9"/>
                          </a:solidFill>
                          <a:latin typeface="Arial"/>
                          <a:ea typeface="Arial"/>
                          <a:cs typeface="Arial"/>
                          <a:sym typeface="Arial"/>
                        </a:rPr>
                        <a:t>Zoom in and look at your images at 100%-200% magnification. If they look clear, they will print well. </a:t>
                      </a:r>
                      <a:endParaRPr/>
                    </a:p>
                  </a:txBody>
                  <a:tcPr marL="182875" marR="91450" marT="137150" marB="45725">
                    <a:solidFill>
                      <a:srgbClr val="010101"/>
                    </a:solidFill>
                  </a:tcPr>
                </a:tc>
                <a:tc hMerge="1">
                  <a:txBody>
                    <a:bodyPr/>
                    <a:lstStyle/>
                    <a:p>
                      <a:endParaRPr lang="en-US"/>
                    </a:p>
                  </a:txBody>
                  <a:tcPr/>
                </a:tc>
                <a:extLst>
                  <a:ext uri="{0D108BD9-81ED-4DB2-BD59-A6C34878D82A}">
                    <a16:rowId xmlns:a16="http://schemas.microsoft.com/office/drawing/2014/main" val="10009"/>
                  </a:ext>
                </a:extLst>
              </a:tr>
              <a:tr h="3673300">
                <a:tc gridSpan="2">
                  <a:txBody>
                    <a:bodyPr/>
                    <a:lstStyle/>
                    <a:p>
                      <a:pPr marL="0" marR="0" lvl="0" indent="0" algn="l" rtl="0">
                        <a:lnSpc>
                          <a:spcPct val="100000"/>
                        </a:lnSpc>
                        <a:spcBef>
                          <a:spcPts val="0"/>
                        </a:spcBef>
                        <a:spcAft>
                          <a:spcPts val="0"/>
                        </a:spcAft>
                        <a:buClr>
                          <a:schemeClr val="dk1"/>
                        </a:buClr>
                        <a:buSzPts val="2800"/>
                        <a:buFont typeface="Calibri"/>
                        <a:buNone/>
                      </a:pPr>
                      <a:endParaRPr sz="2800">
                        <a:solidFill>
                          <a:schemeClr val="lt1"/>
                        </a:solidFill>
                        <a:latin typeface="Arial"/>
                        <a:ea typeface="Arial"/>
                        <a:cs typeface="Arial"/>
                        <a:sym typeface="Arial"/>
                      </a:endParaRPr>
                    </a:p>
                  </a:txBody>
                  <a:tcPr marL="182875" marR="91450" marT="137150" marB="45725"/>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3" name="Google Shape;13;p1"/>
          <p:cNvGraphicFramePr/>
          <p:nvPr/>
        </p:nvGraphicFramePr>
        <p:xfrm>
          <a:off x="30776244" y="0"/>
          <a:ext cx="12607950" cy="42781775"/>
        </p:xfrm>
        <a:graphic>
          <a:graphicData uri="http://schemas.openxmlformats.org/drawingml/2006/table">
            <a:tbl>
              <a:tblPr firstRow="1" bandRow="1">
                <a:noFill/>
                <a:tableStyleId>{41B804AE-B966-4B30-8FBA-891511628F31}</a:tableStyleId>
              </a:tblPr>
              <a:tblGrid>
                <a:gridCol w="4947325">
                  <a:extLst>
                    <a:ext uri="{9D8B030D-6E8A-4147-A177-3AD203B41FA5}">
                      <a16:colId xmlns:a16="http://schemas.microsoft.com/office/drawing/2014/main" val="20000"/>
                    </a:ext>
                  </a:extLst>
                </a:gridCol>
                <a:gridCol w="1486300">
                  <a:extLst>
                    <a:ext uri="{9D8B030D-6E8A-4147-A177-3AD203B41FA5}">
                      <a16:colId xmlns:a16="http://schemas.microsoft.com/office/drawing/2014/main" val="20001"/>
                    </a:ext>
                  </a:extLst>
                </a:gridCol>
                <a:gridCol w="6174325">
                  <a:extLst>
                    <a:ext uri="{9D8B030D-6E8A-4147-A177-3AD203B41FA5}">
                      <a16:colId xmlns:a16="http://schemas.microsoft.com/office/drawing/2014/main" val="20002"/>
                    </a:ext>
                  </a:extLst>
                </a:gridCol>
              </a:tblGrid>
              <a:tr h="1660725">
                <a:tc gridSpan="3">
                  <a:txBody>
                    <a:bodyPr/>
                    <a:lstStyle/>
                    <a:p>
                      <a:pPr marL="0" marR="0" lvl="0" indent="0" algn="ctr" rtl="0">
                        <a:lnSpc>
                          <a:spcPct val="100000"/>
                        </a:lnSpc>
                        <a:spcBef>
                          <a:spcPts val="0"/>
                        </a:spcBef>
                        <a:spcAft>
                          <a:spcPts val="0"/>
                        </a:spcAft>
                        <a:buClr>
                          <a:srgbClr val="1F3A4E"/>
                        </a:buClr>
                        <a:buSzPts val="4400"/>
                        <a:buFont typeface="Arial Black"/>
                        <a:buNone/>
                      </a:pPr>
                      <a:r>
                        <a:rPr lang="en-US" sz="4400" b="0">
                          <a:solidFill>
                            <a:srgbClr val="1F3A4E"/>
                          </a:solidFill>
                          <a:latin typeface="Arial Black"/>
                          <a:ea typeface="Arial Black"/>
                          <a:cs typeface="Arial Black"/>
                          <a:sym typeface="Arial Black"/>
                        </a:rPr>
                        <a:t>QUICK START GUIDE</a:t>
                      </a:r>
                      <a:br>
                        <a:rPr lang="en-US" sz="4400" b="0">
                          <a:solidFill>
                            <a:srgbClr val="1F3A4E"/>
                          </a:solidFill>
                          <a:latin typeface="Arial Black"/>
                          <a:ea typeface="Arial Black"/>
                          <a:cs typeface="Arial Black"/>
                          <a:sym typeface="Arial Black"/>
                        </a:rPr>
                      </a:br>
                      <a:r>
                        <a:rPr lang="en-US" sz="3600" b="1">
                          <a:solidFill>
                            <a:srgbClr val="FF0000"/>
                          </a:solidFill>
                          <a:latin typeface="Trebuchet MS"/>
                          <a:ea typeface="Trebuchet MS"/>
                          <a:cs typeface="Trebuchet MS"/>
                          <a:sym typeface="Trebuchet MS"/>
                        </a:rPr>
                        <a:t>(THIS SIDEBAR WILL NOT PRINT)</a:t>
                      </a:r>
                      <a:endParaRPr sz="4400" b="1">
                        <a:solidFill>
                          <a:schemeClr val="lt1"/>
                        </a:solidFill>
                        <a:latin typeface="Trebuchet MS"/>
                        <a:ea typeface="Trebuchet MS"/>
                        <a:cs typeface="Trebuchet MS"/>
                        <a:sym typeface="Trebuchet MS"/>
                      </a:endParaRPr>
                    </a:p>
                  </a:txBody>
                  <a:tcPr marL="182875" marR="91450" marT="137150" marB="45725">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7979400">
                <a:tc gridSpan="3">
                  <a:txBody>
                    <a:bodyPr/>
                    <a:lstStyle/>
                    <a:p>
                      <a:pPr marL="0" marR="0" lvl="0" indent="0" algn="l" rtl="0">
                        <a:spcBef>
                          <a:spcPts val="0"/>
                        </a:spcBef>
                        <a:spcAft>
                          <a:spcPts val="0"/>
                        </a:spcAft>
                        <a:buNone/>
                      </a:pPr>
                      <a:r>
                        <a:rPr lang="en-US" sz="3200" b="1">
                          <a:solidFill>
                            <a:srgbClr val="FFC000"/>
                          </a:solidFill>
                          <a:latin typeface="Arial"/>
                          <a:ea typeface="Arial"/>
                          <a:cs typeface="Arial"/>
                          <a:sym typeface="Arial"/>
                        </a:rPr>
                        <a:t>How to change the template colors</a:t>
                      </a:r>
                      <a:endParaRPr/>
                    </a:p>
                    <a:p>
                      <a:pPr marL="0" marR="0" lvl="0" indent="0" algn="l" rtl="0">
                        <a:spcBef>
                          <a:spcPts val="0"/>
                        </a:spcBef>
                        <a:spcAft>
                          <a:spcPts val="0"/>
                        </a:spcAft>
                        <a:buNone/>
                      </a:pPr>
                      <a:r>
                        <a:rPr lang="en-US" sz="2800" b="0">
                          <a:solidFill>
                            <a:srgbClr val="D9D9D9"/>
                          </a:solidFill>
                          <a:latin typeface="Arial"/>
                          <a:ea typeface="Arial"/>
                          <a:cs typeface="Arial"/>
                          <a:sym typeface="Arial"/>
                        </a:rPr>
                        <a:t>You can change the overall template color theme by clicking on the COLORS dropdown menu under the DESIGN tab. You can see a tutorial here: </a:t>
                      </a:r>
                      <a:r>
                        <a:rPr lang="en-US" sz="2800" u="sng">
                          <a:solidFill>
                            <a:schemeClr val="hlink"/>
                          </a:solidFill>
                          <a:hlinkClick r:id="rId3"/>
                        </a:rPr>
                        <a:t>https://www.posterpresentations.com/how-to-change-the-research-poster-template-colors.html</a:t>
                      </a:r>
                      <a:endParaRPr sz="2800">
                        <a:solidFill>
                          <a:srgbClr val="FFC000"/>
                        </a:solidFill>
                      </a:endParaRPr>
                    </a:p>
                    <a:p>
                      <a:pPr marL="0" marR="0" lvl="0" indent="0" algn="l" rtl="0">
                        <a:spcBef>
                          <a:spcPts val="0"/>
                        </a:spcBef>
                        <a:spcAft>
                          <a:spcPts val="0"/>
                        </a:spcAft>
                        <a:buNone/>
                      </a:pPr>
                      <a:endParaRPr sz="2800" b="0">
                        <a:solidFill>
                          <a:srgbClr val="D9D9D9"/>
                        </a:solidFill>
                        <a:latin typeface="Arial"/>
                        <a:ea typeface="Arial"/>
                        <a:cs typeface="Arial"/>
                        <a:sym typeface="Arial"/>
                      </a:endParaRPr>
                    </a:p>
                    <a:p>
                      <a:pPr marL="0" marR="0" lvl="0" indent="0" algn="l" rtl="0">
                        <a:spcBef>
                          <a:spcPts val="0"/>
                        </a:spcBef>
                        <a:spcAft>
                          <a:spcPts val="0"/>
                        </a:spcAft>
                        <a:buNone/>
                      </a:pPr>
                      <a:r>
                        <a:rPr lang="en-US" sz="2800" b="0">
                          <a:solidFill>
                            <a:srgbClr val="D9D9D9"/>
                          </a:solidFill>
                          <a:latin typeface="Arial"/>
                          <a:ea typeface="Arial"/>
                          <a:cs typeface="Arial"/>
                          <a:sym typeface="Arial"/>
                        </a:rPr>
                        <a:t>You can also manually change the color of individual elements by going to VIEW &gt; SLIDE MASTER. On the left side of your screen select the background master where you can change the template background, column sizes, etc. </a:t>
                      </a:r>
                      <a:endParaRPr/>
                    </a:p>
                    <a:p>
                      <a:pPr marL="0" marR="0" lvl="0" indent="0" algn="l" rtl="0">
                        <a:spcBef>
                          <a:spcPts val="0"/>
                        </a:spcBef>
                        <a:spcAft>
                          <a:spcPts val="0"/>
                        </a:spcAft>
                        <a:buNone/>
                      </a:pPr>
                      <a:endParaRPr sz="2800" b="0">
                        <a:solidFill>
                          <a:srgbClr val="D9D9D9"/>
                        </a:solidFill>
                        <a:latin typeface="Arial"/>
                        <a:ea typeface="Arial"/>
                        <a:cs typeface="Arial"/>
                        <a:sym typeface="Arial"/>
                      </a:endParaRPr>
                    </a:p>
                    <a:p>
                      <a:pPr marL="0" marR="0" lvl="0" indent="0" algn="l" rtl="0">
                        <a:spcBef>
                          <a:spcPts val="0"/>
                        </a:spcBef>
                        <a:spcAft>
                          <a:spcPts val="0"/>
                        </a:spcAft>
                        <a:buNone/>
                      </a:pPr>
                      <a:r>
                        <a:rPr lang="en-US" sz="2800" b="0">
                          <a:solidFill>
                            <a:srgbClr val="D9D9D9"/>
                          </a:solidFill>
                          <a:latin typeface="Arial"/>
                          <a:ea typeface="Arial"/>
                          <a:cs typeface="Arial"/>
                          <a:sym typeface="Arial"/>
                        </a:rPr>
                        <a:t>After you finish working on the SLIDE MASTER, it is important that you go to VIEW &gt; NORMAL to continue working on your poster. </a:t>
                      </a:r>
                      <a:endParaRPr/>
                    </a:p>
                  </a:txBody>
                  <a:tcPr marL="182875" marR="91450" marT="137150" marB="45725">
                    <a:solidFill>
                      <a:schemeClr val="dk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933725">
                <a:tc gridSpan="3">
                  <a:txBody>
                    <a:bodyPr/>
                    <a:lstStyle/>
                    <a:p>
                      <a:pPr marL="0" marR="0" lvl="0" indent="0" algn="l" rtl="0">
                        <a:spcBef>
                          <a:spcPts val="0"/>
                        </a:spcBef>
                        <a:spcAft>
                          <a:spcPts val="0"/>
                        </a:spcAft>
                        <a:buNone/>
                      </a:pPr>
                      <a:r>
                        <a:rPr lang="en-US" sz="3200" b="1">
                          <a:solidFill>
                            <a:srgbClr val="FFC000"/>
                          </a:solidFill>
                          <a:latin typeface="Arial"/>
                          <a:ea typeface="Arial"/>
                          <a:cs typeface="Arial"/>
                          <a:sym typeface="Arial"/>
                        </a:rPr>
                        <a:t>How to change the column layout configuration</a:t>
                      </a:r>
                      <a:endParaRPr/>
                    </a:p>
                    <a:p>
                      <a:pPr marL="0" marR="0" lvl="0" indent="0" algn="l" rtl="0">
                        <a:spcBef>
                          <a:spcPts val="0"/>
                        </a:spcBef>
                        <a:spcAft>
                          <a:spcPts val="0"/>
                        </a:spcAft>
                        <a:buNone/>
                      </a:pPr>
                      <a:r>
                        <a:rPr lang="en-US" sz="2800">
                          <a:solidFill>
                            <a:srgbClr val="D9D9D9"/>
                          </a:solidFill>
                          <a:latin typeface="Arial"/>
                          <a:ea typeface="Arial"/>
                          <a:cs typeface="Arial"/>
                          <a:sym typeface="Arial"/>
                        </a:rPr>
                        <a:t>You can manually change the configuration on the columns by going to VIEW &gt; SLIDE MASTER. You can delete columns, resize them or modify them as needed for your layout. </a:t>
                      </a:r>
                      <a:endParaRPr/>
                    </a:p>
                    <a:p>
                      <a:pPr marL="0" marR="0" lvl="0" indent="0" algn="l" rtl="0">
                        <a:lnSpc>
                          <a:spcPct val="100000"/>
                        </a:lnSpc>
                        <a:spcBef>
                          <a:spcPts val="0"/>
                        </a:spcBef>
                        <a:spcAft>
                          <a:spcPts val="0"/>
                        </a:spcAft>
                        <a:buClr>
                          <a:srgbClr val="D9D9D9"/>
                        </a:buClr>
                        <a:buSzPts val="2800"/>
                        <a:buFont typeface="Arial"/>
                        <a:buNone/>
                      </a:pPr>
                      <a:r>
                        <a:rPr lang="en-US" sz="2800">
                          <a:solidFill>
                            <a:srgbClr val="D9D9D9"/>
                          </a:solidFill>
                          <a:latin typeface="Arial"/>
                          <a:ea typeface="Arial"/>
                          <a:cs typeface="Arial"/>
                          <a:sym typeface="Arial"/>
                        </a:rPr>
                        <a:t>You can see a tutorial here: </a:t>
                      </a:r>
                      <a:r>
                        <a:rPr lang="en-US" sz="2800" u="sng">
                          <a:solidFill>
                            <a:srgbClr val="FFC000"/>
                          </a:solidFill>
                          <a:latin typeface="Arial"/>
                          <a:ea typeface="Arial"/>
                          <a:cs typeface="Arial"/>
                          <a:sym typeface="Arial"/>
                        </a:rPr>
                        <a:t>https://www.posterpresentations.com/how-to-change-the-column-configuration.html</a:t>
                      </a:r>
                      <a:endParaRPr sz="6000" u="sng">
                        <a:solidFill>
                          <a:srgbClr val="FFC000"/>
                        </a:solidFill>
                      </a:endParaRPr>
                    </a:p>
                  </a:txBody>
                  <a:tcPr marL="182875" marR="91450" marT="137150" marB="45725">
                    <a:solidFill>
                      <a:schemeClr val="dk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2338325">
                <a:tc>
                  <a:txBody>
                    <a:bodyPr/>
                    <a:lstStyle/>
                    <a:p>
                      <a:pPr marL="0" marR="0" lvl="0" indent="0" algn="l" rtl="0">
                        <a:lnSpc>
                          <a:spcPct val="100000"/>
                        </a:lnSpc>
                        <a:spcBef>
                          <a:spcPts val="0"/>
                        </a:spcBef>
                        <a:spcAft>
                          <a:spcPts val="0"/>
                        </a:spcAft>
                        <a:buClr>
                          <a:schemeClr val="dk1"/>
                        </a:buClr>
                        <a:buSzPts val="2800"/>
                        <a:buFont typeface="Calibri"/>
                        <a:buNone/>
                      </a:pPr>
                      <a:endParaRPr sz="2800">
                        <a:solidFill>
                          <a:srgbClr val="D9D9D9"/>
                        </a:solidFill>
                        <a:latin typeface="Arial"/>
                        <a:ea typeface="Arial"/>
                        <a:cs typeface="Arial"/>
                        <a:sym typeface="Arial"/>
                      </a:endParaRPr>
                    </a:p>
                  </a:txBody>
                  <a:tcPr marL="182875" marR="91450" marT="137150" marB="45725"/>
                </a:tc>
                <a:tc rowSpan="2" gridSpan="2">
                  <a:txBody>
                    <a:bodyPr/>
                    <a:lstStyle/>
                    <a:p>
                      <a:pPr marL="0" marR="0" lvl="0" indent="0" algn="l" rtl="0">
                        <a:lnSpc>
                          <a:spcPct val="100000"/>
                        </a:lnSpc>
                        <a:spcBef>
                          <a:spcPts val="0"/>
                        </a:spcBef>
                        <a:spcAft>
                          <a:spcPts val="0"/>
                        </a:spcAft>
                        <a:buClr>
                          <a:srgbClr val="FFC000"/>
                        </a:buClr>
                        <a:buSzPts val="3200"/>
                        <a:buFont typeface="Arial"/>
                        <a:buNone/>
                      </a:pPr>
                      <a:r>
                        <a:rPr lang="en-US" sz="3200" b="1">
                          <a:solidFill>
                            <a:srgbClr val="FFC000"/>
                          </a:solidFill>
                          <a:latin typeface="Arial"/>
                          <a:ea typeface="Arial"/>
                          <a:cs typeface="Arial"/>
                          <a:sym typeface="Arial"/>
                        </a:rPr>
                        <a:t>How to hide the QUICK START GUIDE bars from the sides of the template</a:t>
                      </a:r>
                      <a:endParaRPr/>
                    </a:p>
                    <a:p>
                      <a:pPr marL="0" marR="0" lvl="0" indent="0" algn="l" rtl="0">
                        <a:lnSpc>
                          <a:spcPct val="100000"/>
                        </a:lnSpc>
                        <a:spcBef>
                          <a:spcPts val="0"/>
                        </a:spcBef>
                        <a:spcAft>
                          <a:spcPts val="0"/>
                        </a:spcAft>
                        <a:buClr>
                          <a:srgbClr val="D9D9D9"/>
                        </a:buClr>
                        <a:buSzPts val="2800"/>
                        <a:buFont typeface="Arial"/>
                        <a:buNone/>
                      </a:pPr>
                      <a:r>
                        <a:rPr lang="en-US" sz="2800">
                          <a:solidFill>
                            <a:srgbClr val="D9D9D9"/>
                          </a:solidFill>
                          <a:latin typeface="Arial"/>
                          <a:ea typeface="Arial"/>
                          <a:cs typeface="Arial"/>
                          <a:sym typeface="Arial"/>
                        </a:rPr>
                        <a:t>The Quick Start Guides </a:t>
                      </a:r>
                      <a:r>
                        <a:rPr lang="en-US" sz="2800" u="sng">
                          <a:solidFill>
                            <a:srgbClr val="D9D9D9"/>
                          </a:solidFill>
                          <a:latin typeface="Arial"/>
                          <a:ea typeface="Arial"/>
                          <a:cs typeface="Arial"/>
                          <a:sym typeface="Arial"/>
                        </a:rPr>
                        <a:t>are outside the template’s printable area</a:t>
                      </a:r>
                      <a:r>
                        <a:rPr lang="en-US" sz="2800">
                          <a:solidFill>
                            <a:srgbClr val="D9D9D9"/>
                          </a:solidFill>
                          <a:latin typeface="Arial"/>
                          <a:ea typeface="Arial"/>
                          <a:cs typeface="Arial"/>
                          <a:sym typeface="Arial"/>
                        </a:rPr>
                        <a:t> and they will not be on the printed poster. </a:t>
                      </a:r>
                      <a:endParaRPr/>
                    </a:p>
                    <a:p>
                      <a:pPr marL="0" marR="0" lvl="0" indent="0" algn="l" rtl="0">
                        <a:lnSpc>
                          <a:spcPct val="100000"/>
                        </a:lnSpc>
                        <a:spcBef>
                          <a:spcPts val="0"/>
                        </a:spcBef>
                        <a:spcAft>
                          <a:spcPts val="0"/>
                        </a:spcAft>
                        <a:buClr>
                          <a:schemeClr val="dk1"/>
                        </a:buClr>
                        <a:buSzPts val="2800"/>
                        <a:buFont typeface="Calibri"/>
                        <a:buNone/>
                      </a:pPr>
                      <a:endParaRPr sz="2800">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D9D9D9"/>
                        </a:buClr>
                        <a:buSzPts val="2800"/>
                        <a:buFont typeface="Arial"/>
                        <a:buNone/>
                      </a:pPr>
                      <a:r>
                        <a:rPr lang="en-US" sz="2800">
                          <a:solidFill>
                            <a:srgbClr val="D9D9D9"/>
                          </a:solidFill>
                          <a:latin typeface="Arial"/>
                          <a:ea typeface="Arial"/>
                          <a:cs typeface="Arial"/>
                          <a:sym typeface="Arial"/>
                        </a:rPr>
                        <a:t>If you create a PDF file from your template, the guides will not be included.</a:t>
                      </a:r>
                      <a:endParaRPr/>
                    </a:p>
                    <a:p>
                      <a:pPr marL="0" marR="0" lvl="0" indent="0" algn="l" rtl="0">
                        <a:lnSpc>
                          <a:spcPct val="100000"/>
                        </a:lnSpc>
                        <a:spcBef>
                          <a:spcPts val="0"/>
                        </a:spcBef>
                        <a:spcAft>
                          <a:spcPts val="0"/>
                        </a:spcAft>
                        <a:buClr>
                          <a:schemeClr val="dk1"/>
                        </a:buClr>
                        <a:buSzPts val="2800"/>
                        <a:buFont typeface="Calibri"/>
                        <a:buNone/>
                      </a:pPr>
                      <a:endParaRPr sz="2800">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D9D9D9"/>
                        </a:buClr>
                        <a:buSzPts val="2800"/>
                        <a:buFont typeface="Arial"/>
                        <a:buNone/>
                      </a:pPr>
                      <a:r>
                        <a:rPr lang="en-US" sz="2800">
                          <a:solidFill>
                            <a:srgbClr val="D9D9D9"/>
                          </a:solidFill>
                          <a:latin typeface="Arial"/>
                          <a:ea typeface="Arial"/>
                          <a:cs typeface="Arial"/>
                          <a:sym typeface="Arial"/>
                        </a:rPr>
                        <a:t>To hide the guides click on the </a:t>
                      </a:r>
                      <a:r>
                        <a:rPr lang="en-US" sz="2800" b="1">
                          <a:solidFill>
                            <a:srgbClr val="D9D9D9"/>
                          </a:solidFill>
                          <a:latin typeface="Arial"/>
                          <a:ea typeface="Arial"/>
                          <a:cs typeface="Arial"/>
                          <a:sym typeface="Arial"/>
                        </a:rPr>
                        <a:t>Home</a:t>
                      </a:r>
                      <a:r>
                        <a:rPr lang="en-US" sz="2800">
                          <a:solidFill>
                            <a:srgbClr val="D9D9D9"/>
                          </a:solidFill>
                          <a:latin typeface="Arial"/>
                          <a:ea typeface="Arial"/>
                          <a:cs typeface="Arial"/>
                          <a:sym typeface="Arial"/>
                        </a:rPr>
                        <a:t> tab (top of the screen) and then click on the </a:t>
                      </a:r>
                      <a:r>
                        <a:rPr lang="en-US" sz="2800" b="1">
                          <a:solidFill>
                            <a:srgbClr val="D9D9D9"/>
                          </a:solidFill>
                          <a:latin typeface="Arial"/>
                          <a:ea typeface="Arial"/>
                          <a:cs typeface="Arial"/>
                          <a:sym typeface="Arial"/>
                        </a:rPr>
                        <a:t>Layout</a:t>
                      </a:r>
                      <a:r>
                        <a:rPr lang="en-US" sz="2800">
                          <a:solidFill>
                            <a:srgbClr val="D9D9D9"/>
                          </a:solidFill>
                          <a:latin typeface="Arial"/>
                          <a:ea typeface="Arial"/>
                          <a:cs typeface="Arial"/>
                          <a:sym typeface="Arial"/>
                        </a:rPr>
                        <a:t> button below to see the available layouts. Choose the </a:t>
                      </a:r>
                      <a:r>
                        <a:rPr lang="en-US" sz="2800" b="1">
                          <a:solidFill>
                            <a:srgbClr val="D9D9D9"/>
                          </a:solidFill>
                          <a:latin typeface="Arial"/>
                          <a:ea typeface="Arial"/>
                          <a:cs typeface="Arial"/>
                          <a:sym typeface="Arial"/>
                        </a:rPr>
                        <a:t>Without Guides </a:t>
                      </a:r>
                      <a:r>
                        <a:rPr lang="en-US" sz="2800" b="0">
                          <a:solidFill>
                            <a:srgbClr val="D9D9D9"/>
                          </a:solidFill>
                          <a:latin typeface="Arial"/>
                          <a:ea typeface="Arial"/>
                          <a:cs typeface="Arial"/>
                          <a:sym typeface="Arial"/>
                        </a:rPr>
                        <a:t>layout</a:t>
                      </a:r>
                      <a:r>
                        <a:rPr lang="en-US" sz="2800">
                          <a:solidFill>
                            <a:srgbClr val="D9D9D9"/>
                          </a:solidFill>
                          <a:latin typeface="Arial"/>
                          <a:ea typeface="Arial"/>
                          <a:cs typeface="Arial"/>
                          <a:sym typeface="Arial"/>
                        </a:rPr>
                        <a:t>.</a:t>
                      </a:r>
                      <a:endParaRPr sz="2800">
                        <a:solidFill>
                          <a:srgbClr val="D9D9D9"/>
                        </a:solidFill>
                        <a:latin typeface="Arial"/>
                        <a:ea typeface="Arial"/>
                        <a:cs typeface="Arial"/>
                        <a:sym typeface="Arial"/>
                      </a:endParaRPr>
                    </a:p>
                  </a:txBody>
                  <a:tcPr marL="182875" marR="91450" marT="137150" marB="45725">
                    <a:solidFill>
                      <a:srgbClr val="010101"/>
                    </a:solidFill>
                  </a:tcPr>
                </a:tc>
                <a:tc rowSpan="2" hMerge="1">
                  <a:txBody>
                    <a:bodyPr/>
                    <a:lstStyle/>
                    <a:p>
                      <a:endParaRPr lang="en-US"/>
                    </a:p>
                  </a:txBody>
                  <a:tcPr/>
                </a:tc>
                <a:extLst>
                  <a:ext uri="{0D108BD9-81ED-4DB2-BD59-A6C34878D82A}">
                    <a16:rowId xmlns:a16="http://schemas.microsoft.com/office/drawing/2014/main" val="10003"/>
                  </a:ext>
                </a:extLst>
              </a:tr>
              <a:tr h="7587250">
                <a:tc>
                  <a:txBody>
                    <a:bodyPr/>
                    <a:lstStyle/>
                    <a:p>
                      <a:pPr marL="0" marR="0" lvl="0" indent="0" algn="l" rtl="0">
                        <a:lnSpc>
                          <a:spcPct val="100000"/>
                        </a:lnSpc>
                        <a:spcBef>
                          <a:spcPts val="0"/>
                        </a:spcBef>
                        <a:spcAft>
                          <a:spcPts val="0"/>
                        </a:spcAft>
                        <a:buClr>
                          <a:schemeClr val="dk1"/>
                        </a:buClr>
                        <a:buSzPts val="2800"/>
                        <a:buFont typeface="Calibri"/>
                        <a:buNone/>
                      </a:pPr>
                      <a:endParaRPr sz="2800">
                        <a:solidFill>
                          <a:srgbClr val="D9D9D9"/>
                        </a:solidFill>
                        <a:latin typeface="Arial"/>
                        <a:ea typeface="Arial"/>
                        <a:cs typeface="Arial"/>
                        <a:sym typeface="Arial"/>
                      </a:endParaRPr>
                    </a:p>
                  </a:txBody>
                  <a:tcPr marL="182875" marR="91450" marT="137150" marB="45725">
                    <a:solidFill>
                      <a:srgbClr val="010101"/>
                    </a:solidFill>
                  </a:tcPr>
                </a:tc>
                <a:tc gridSpan="2"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4"/>
                  </a:ext>
                </a:extLst>
              </a:tr>
              <a:tr h="6445250">
                <a:tc>
                  <a:txBody>
                    <a:bodyPr/>
                    <a:lstStyle/>
                    <a:p>
                      <a:pPr marL="0" marR="0" lvl="0" indent="0" algn="l" rtl="0">
                        <a:spcBef>
                          <a:spcPts val="0"/>
                        </a:spcBef>
                        <a:spcAft>
                          <a:spcPts val="0"/>
                        </a:spcAft>
                        <a:buNone/>
                      </a:pPr>
                      <a:r>
                        <a:rPr lang="en-US" sz="3200" b="1">
                          <a:solidFill>
                            <a:srgbClr val="FFC000"/>
                          </a:solidFill>
                          <a:latin typeface="Arial"/>
                          <a:ea typeface="Arial"/>
                          <a:cs typeface="Arial"/>
                          <a:sym typeface="Arial"/>
                        </a:rPr>
                        <a:t>How to preview your poster prior to printing</a:t>
                      </a:r>
                      <a:endParaRPr sz="3200" b="1">
                        <a:solidFill>
                          <a:srgbClr val="FFC000"/>
                        </a:solidFill>
                        <a:latin typeface="Arial"/>
                        <a:ea typeface="Arial"/>
                        <a:cs typeface="Arial"/>
                        <a:sym typeface="Arial"/>
                      </a:endParaRPr>
                    </a:p>
                    <a:p>
                      <a:pPr marL="0" marR="0" lvl="0" indent="0" algn="l" rtl="0">
                        <a:spcBef>
                          <a:spcPts val="0"/>
                        </a:spcBef>
                        <a:spcAft>
                          <a:spcPts val="0"/>
                        </a:spcAft>
                        <a:buNone/>
                      </a:pPr>
                      <a:r>
                        <a:rPr lang="en-US" sz="2800">
                          <a:solidFill>
                            <a:srgbClr val="D9D9D9"/>
                          </a:solidFill>
                          <a:latin typeface="Arial"/>
                          <a:ea typeface="Arial"/>
                          <a:cs typeface="Arial"/>
                          <a:sym typeface="Arial"/>
                        </a:rPr>
                        <a:t>You can preview your poster at any time by pressing the </a:t>
                      </a:r>
                      <a:r>
                        <a:rPr lang="en-US" sz="2800">
                          <a:solidFill>
                            <a:srgbClr val="FFC000"/>
                          </a:solidFill>
                          <a:latin typeface="Arial"/>
                          <a:ea typeface="Arial"/>
                          <a:cs typeface="Arial"/>
                          <a:sym typeface="Arial"/>
                        </a:rPr>
                        <a:t>F5 key</a:t>
                      </a:r>
                      <a:r>
                        <a:rPr lang="en-US" sz="2800">
                          <a:solidFill>
                            <a:srgbClr val="D9D9D9"/>
                          </a:solidFill>
                          <a:latin typeface="Arial"/>
                          <a:ea typeface="Arial"/>
                          <a:cs typeface="Arial"/>
                          <a:sym typeface="Arial"/>
                        </a:rPr>
                        <a:t> on your keyboard. You will see on the screen what's on your poster and how it should look when printed. Press the </a:t>
                      </a:r>
                      <a:r>
                        <a:rPr lang="en-US" sz="2800">
                          <a:solidFill>
                            <a:srgbClr val="FFC000"/>
                          </a:solidFill>
                          <a:latin typeface="Arial"/>
                          <a:ea typeface="Arial"/>
                          <a:cs typeface="Arial"/>
                          <a:sym typeface="Arial"/>
                        </a:rPr>
                        <a:t>ESC key </a:t>
                      </a:r>
                      <a:r>
                        <a:rPr lang="en-US" sz="2800">
                          <a:solidFill>
                            <a:srgbClr val="D9D9D9"/>
                          </a:solidFill>
                          <a:latin typeface="Arial"/>
                          <a:ea typeface="Arial"/>
                          <a:cs typeface="Arial"/>
                          <a:sym typeface="Arial"/>
                        </a:rPr>
                        <a:t>to exit Preview.</a:t>
                      </a:r>
                      <a:endParaRPr/>
                    </a:p>
                  </a:txBody>
                  <a:tcPr marL="182875" marR="91450" marT="137150" marB="45725">
                    <a:solidFill>
                      <a:srgbClr val="010101"/>
                    </a:solidFill>
                  </a:tcPr>
                </a:tc>
                <a:tc gridSpan="2">
                  <a:txBody>
                    <a:bodyPr/>
                    <a:lstStyle/>
                    <a:p>
                      <a:pPr marL="0" marR="0" lvl="0" indent="0" algn="l" rtl="0">
                        <a:spcBef>
                          <a:spcPts val="0"/>
                        </a:spcBef>
                        <a:spcAft>
                          <a:spcPts val="0"/>
                        </a:spcAft>
                        <a:buNone/>
                      </a:pPr>
                      <a:r>
                        <a:rPr lang="en-US" sz="13800" b="1">
                          <a:solidFill>
                            <a:srgbClr val="D9D9D9"/>
                          </a:solidFill>
                          <a:latin typeface="Arial"/>
                          <a:ea typeface="Arial"/>
                          <a:cs typeface="Arial"/>
                          <a:sym typeface="Arial"/>
                        </a:rPr>
                        <a:t>F5</a:t>
                      </a:r>
                      <a:r>
                        <a:rPr lang="en-US" sz="2800">
                          <a:solidFill>
                            <a:srgbClr val="D9D9D9"/>
                          </a:solidFill>
                          <a:latin typeface="Arial"/>
                          <a:ea typeface="Arial"/>
                          <a:cs typeface="Arial"/>
                          <a:sym typeface="Arial"/>
                        </a:rPr>
                        <a:t> </a:t>
                      </a:r>
                      <a:endParaRPr sz="2800">
                        <a:solidFill>
                          <a:srgbClr val="D9D9D9"/>
                        </a:solidFill>
                        <a:latin typeface="Arial"/>
                        <a:ea typeface="Arial"/>
                        <a:cs typeface="Arial"/>
                        <a:sym typeface="Arial"/>
                      </a:endParaRPr>
                    </a:p>
                  </a:txBody>
                  <a:tcPr marL="182875" marR="91450" marT="137150" marB="45725">
                    <a:solidFill>
                      <a:srgbClr val="0C0C0C"/>
                    </a:solidFill>
                  </a:tcPr>
                </a:tc>
                <a:tc hMerge="1">
                  <a:txBody>
                    <a:bodyPr/>
                    <a:lstStyle/>
                    <a:p>
                      <a:endParaRPr lang="en-US"/>
                    </a:p>
                  </a:txBody>
                  <a:tcPr/>
                </a:tc>
                <a:extLst>
                  <a:ext uri="{0D108BD9-81ED-4DB2-BD59-A6C34878D82A}">
                    <a16:rowId xmlns:a16="http://schemas.microsoft.com/office/drawing/2014/main" val="10005"/>
                  </a:ext>
                </a:extLst>
              </a:tr>
              <a:tr h="7395525">
                <a:tc gridSpan="3">
                  <a:txBody>
                    <a:bodyPr/>
                    <a:lstStyle/>
                    <a:p>
                      <a:pPr marL="0" marR="0" lvl="0" indent="0" algn="l" rtl="0">
                        <a:lnSpc>
                          <a:spcPct val="100000"/>
                        </a:lnSpc>
                        <a:spcBef>
                          <a:spcPts val="0"/>
                        </a:spcBef>
                        <a:spcAft>
                          <a:spcPts val="0"/>
                        </a:spcAft>
                        <a:buClr>
                          <a:srgbClr val="FFC000"/>
                        </a:buClr>
                        <a:buSzPts val="3200"/>
                        <a:buFont typeface="Arial"/>
                        <a:buNone/>
                      </a:pPr>
                      <a:r>
                        <a:rPr lang="en-US" sz="3200" b="1">
                          <a:solidFill>
                            <a:srgbClr val="FFC000"/>
                          </a:solidFill>
                          <a:latin typeface="Arial"/>
                          <a:ea typeface="Arial"/>
                          <a:cs typeface="Arial"/>
                          <a:sym typeface="Arial"/>
                        </a:rPr>
                        <a:t>How to print your poster</a:t>
                      </a:r>
                      <a:endParaRPr/>
                    </a:p>
                    <a:p>
                      <a:pPr marL="0" marR="0" lvl="0" indent="0" algn="l" rtl="0">
                        <a:lnSpc>
                          <a:spcPct val="100000"/>
                        </a:lnSpc>
                        <a:spcBef>
                          <a:spcPts val="0"/>
                        </a:spcBef>
                        <a:spcAft>
                          <a:spcPts val="0"/>
                        </a:spcAft>
                        <a:buClr>
                          <a:srgbClr val="D9D9D9"/>
                        </a:buClr>
                        <a:buSzPts val="2800"/>
                        <a:buFont typeface="Arial"/>
                        <a:buNone/>
                      </a:pPr>
                      <a:r>
                        <a:rPr lang="en-US" sz="2800">
                          <a:solidFill>
                            <a:srgbClr val="D9D9D9"/>
                          </a:solidFill>
                          <a:latin typeface="Arial"/>
                          <a:ea typeface="Arial"/>
                          <a:cs typeface="Arial"/>
                          <a:sym typeface="Arial"/>
                        </a:rPr>
                        <a:t>When you are ready to have your poster printed go online to </a:t>
                      </a:r>
                      <a:r>
                        <a:rPr lang="en-US" sz="2800">
                          <a:solidFill>
                            <a:srgbClr val="FFC000"/>
                          </a:solidFill>
                          <a:latin typeface="Arial"/>
                          <a:ea typeface="Arial"/>
                          <a:cs typeface="Arial"/>
                          <a:sym typeface="Arial"/>
                        </a:rPr>
                        <a:t>PosterPresentations.com</a:t>
                      </a:r>
                      <a:r>
                        <a:rPr lang="en-US" sz="2800">
                          <a:solidFill>
                            <a:srgbClr val="D9D9D9"/>
                          </a:solidFill>
                          <a:latin typeface="Arial"/>
                          <a:ea typeface="Arial"/>
                          <a:cs typeface="Arial"/>
                          <a:sym typeface="Arial"/>
                        </a:rPr>
                        <a:t> and click on the "</a:t>
                      </a:r>
                      <a:r>
                        <a:rPr lang="en-US" sz="2800">
                          <a:solidFill>
                            <a:srgbClr val="FFC000"/>
                          </a:solidFill>
                          <a:latin typeface="Arial"/>
                          <a:ea typeface="Arial"/>
                          <a:cs typeface="Arial"/>
                          <a:sym typeface="Arial"/>
                        </a:rPr>
                        <a:t>Order Your Poster</a:t>
                      </a:r>
                      <a:r>
                        <a:rPr lang="en-US" sz="2800">
                          <a:solidFill>
                            <a:srgbClr val="D9D9D9"/>
                          </a:solidFill>
                          <a:latin typeface="Arial"/>
                          <a:ea typeface="Arial"/>
                          <a:cs typeface="Arial"/>
                          <a:sym typeface="Arial"/>
                        </a:rPr>
                        <a:t>" button. You can have your poster printed on professional papers, fabric for easy traveling and a variety of other materials. </a:t>
                      </a:r>
                      <a:endParaRPr/>
                    </a:p>
                    <a:p>
                      <a:pPr marL="0" marR="0" lvl="0" indent="0" algn="l" rtl="0">
                        <a:lnSpc>
                          <a:spcPct val="100000"/>
                        </a:lnSpc>
                        <a:spcBef>
                          <a:spcPts val="0"/>
                        </a:spcBef>
                        <a:spcAft>
                          <a:spcPts val="0"/>
                        </a:spcAft>
                        <a:buClr>
                          <a:srgbClr val="D9D9D9"/>
                        </a:buClr>
                        <a:buSzPts val="2800"/>
                        <a:buFont typeface="Arial"/>
                        <a:buNone/>
                      </a:pPr>
                      <a:r>
                        <a:rPr lang="en-US" sz="2800">
                          <a:solidFill>
                            <a:srgbClr val="D9D9D9"/>
                          </a:solidFill>
                          <a:latin typeface="Arial"/>
                          <a:ea typeface="Arial"/>
                          <a:cs typeface="Arial"/>
                          <a:sym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endParaRPr/>
                    </a:p>
                    <a:p>
                      <a:pPr marL="0" marR="0" lvl="0" indent="0" algn="l" rtl="0">
                        <a:lnSpc>
                          <a:spcPct val="100000"/>
                        </a:lnSpc>
                        <a:spcBef>
                          <a:spcPts val="0"/>
                        </a:spcBef>
                        <a:spcAft>
                          <a:spcPts val="0"/>
                        </a:spcAft>
                        <a:buClr>
                          <a:srgbClr val="D9D9D9"/>
                        </a:buClr>
                        <a:buSzPts val="2800"/>
                        <a:buFont typeface="Arial"/>
                        <a:buNone/>
                      </a:pPr>
                      <a:br>
                        <a:rPr lang="en-US" sz="2800">
                          <a:solidFill>
                            <a:srgbClr val="D9D9D9"/>
                          </a:solidFill>
                          <a:latin typeface="Arial"/>
                          <a:ea typeface="Arial"/>
                          <a:cs typeface="Arial"/>
                          <a:sym typeface="Arial"/>
                        </a:rPr>
                      </a:br>
                      <a:r>
                        <a:rPr lang="en-US" sz="2800">
                          <a:solidFill>
                            <a:srgbClr val="D9D9D9"/>
                          </a:solidFill>
                          <a:latin typeface="Arial"/>
                          <a:ea typeface="Arial"/>
                          <a:cs typeface="Arial"/>
                          <a:sym typeface="Arial"/>
                        </a:rPr>
                        <a:t>Go to </a:t>
                      </a:r>
                      <a:r>
                        <a:rPr lang="en-US" sz="2800">
                          <a:solidFill>
                            <a:srgbClr val="FFC000"/>
                          </a:solidFill>
                          <a:latin typeface="Arial"/>
                          <a:ea typeface="Arial"/>
                          <a:cs typeface="Arial"/>
                          <a:sym typeface="Arial"/>
                        </a:rPr>
                        <a:t>PosterPresentations.com</a:t>
                      </a:r>
                      <a:r>
                        <a:rPr lang="en-US" sz="2800">
                          <a:solidFill>
                            <a:srgbClr val="D9D9D9"/>
                          </a:solidFill>
                          <a:latin typeface="Arial"/>
                          <a:ea typeface="Arial"/>
                          <a:cs typeface="Arial"/>
                          <a:sym typeface="Arial"/>
                        </a:rPr>
                        <a:t> for more information.</a:t>
                      </a:r>
                      <a:endParaRPr/>
                    </a:p>
                  </a:txBody>
                  <a:tcPr marL="182875" marR="91450" marT="137150" marB="45725">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1458725">
                <a:tc gridSpan="3">
                  <a:txBody>
                    <a:bodyPr/>
                    <a:lstStyle/>
                    <a:p>
                      <a:pPr marL="0" marR="0" lvl="0" indent="0" algn="l" rtl="0">
                        <a:spcBef>
                          <a:spcPts val="0"/>
                        </a:spcBef>
                        <a:spcAft>
                          <a:spcPts val="0"/>
                        </a:spcAft>
                        <a:buNone/>
                      </a:pPr>
                      <a:endParaRPr sz="2800">
                        <a:solidFill>
                          <a:srgbClr val="1F3A4E"/>
                        </a:solidFill>
                      </a:endParaRPr>
                    </a:p>
                  </a:txBody>
                  <a:tcPr marL="182875" marR="91450" marT="137150" marB="45725"/>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982850">
                <a:tc gridSpan="2">
                  <a:txBody>
                    <a:bodyPr/>
                    <a:lstStyle/>
                    <a:p>
                      <a:pPr marL="0" marR="0" lvl="0" indent="0" algn="l" rtl="0">
                        <a:lnSpc>
                          <a:spcPct val="108333"/>
                        </a:lnSpc>
                        <a:spcBef>
                          <a:spcPts val="0"/>
                        </a:spcBef>
                        <a:spcAft>
                          <a:spcPts val="0"/>
                        </a:spcAft>
                        <a:buNone/>
                      </a:pPr>
                      <a:r>
                        <a:rPr lang="en-US" sz="2400">
                          <a:solidFill>
                            <a:srgbClr val="D8D8D8"/>
                          </a:solidFill>
                          <a:latin typeface="Arial"/>
                          <a:ea typeface="Arial"/>
                          <a:cs typeface="Arial"/>
                          <a:sym typeface="Arial"/>
                        </a:rPr>
                        <a:t>© 2022 PosterPresentations.com</a:t>
                      </a:r>
                      <a:br>
                        <a:rPr lang="en-US" sz="2400">
                          <a:solidFill>
                            <a:srgbClr val="D8D8D8"/>
                          </a:solidFill>
                          <a:latin typeface="Arial"/>
                          <a:ea typeface="Arial"/>
                          <a:cs typeface="Arial"/>
                          <a:sym typeface="Arial"/>
                        </a:rPr>
                      </a:br>
                      <a:r>
                        <a:rPr lang="en-US" sz="2400">
                          <a:solidFill>
                            <a:srgbClr val="D8D8D8"/>
                          </a:solidFill>
                          <a:latin typeface="Arial"/>
                          <a:ea typeface="Arial"/>
                          <a:cs typeface="Arial"/>
                          <a:sym typeface="Arial"/>
                        </a:rPr>
                        <a:t>2117 Fourth Street , STE C        </a:t>
                      </a:r>
                      <a:endParaRPr/>
                    </a:p>
                    <a:p>
                      <a:pPr marL="0" marR="0" lvl="0" indent="0" algn="l" rtl="0">
                        <a:lnSpc>
                          <a:spcPct val="108333"/>
                        </a:lnSpc>
                        <a:spcBef>
                          <a:spcPts val="0"/>
                        </a:spcBef>
                        <a:spcAft>
                          <a:spcPts val="0"/>
                        </a:spcAft>
                        <a:buNone/>
                      </a:pPr>
                      <a:r>
                        <a:rPr lang="en-US" sz="2400">
                          <a:solidFill>
                            <a:srgbClr val="D8D8D8"/>
                          </a:solidFill>
                          <a:latin typeface="Arial"/>
                          <a:ea typeface="Arial"/>
                          <a:cs typeface="Arial"/>
                          <a:sym typeface="Arial"/>
                        </a:rPr>
                        <a:t>Berkeley CA 94710 USA</a:t>
                      </a:r>
                      <a:endParaRPr sz="2400">
                        <a:solidFill>
                          <a:srgbClr val="D8D8D8"/>
                        </a:solidFill>
                        <a:latin typeface="Arial"/>
                        <a:ea typeface="Arial"/>
                        <a:cs typeface="Arial"/>
                        <a:sym typeface="Arial"/>
                      </a:endParaRPr>
                    </a:p>
                  </a:txBody>
                  <a:tcPr marL="182875" marR="91450" marT="137150" marB="45725">
                    <a:solidFill>
                      <a:srgbClr val="010101"/>
                    </a:solidFill>
                  </a:tcPr>
                </a:tc>
                <a:tc hMerge="1">
                  <a:txBody>
                    <a:bodyPr/>
                    <a:lstStyle/>
                    <a:p>
                      <a:endParaRPr lang="en-US"/>
                    </a:p>
                  </a:txBody>
                  <a:tcPr/>
                </a:tc>
                <a:tc>
                  <a:txBody>
                    <a:bodyPr/>
                    <a:lstStyle/>
                    <a:p>
                      <a:pPr marL="0" marR="0" lvl="0" indent="0" algn="l" rtl="0">
                        <a:lnSpc>
                          <a:spcPct val="100000"/>
                        </a:lnSpc>
                        <a:spcBef>
                          <a:spcPts val="0"/>
                        </a:spcBef>
                        <a:spcAft>
                          <a:spcPts val="0"/>
                        </a:spcAft>
                        <a:buClr>
                          <a:srgbClr val="D0D0D0"/>
                        </a:buClr>
                        <a:buSzPts val="2800"/>
                        <a:buFont typeface="Arial"/>
                        <a:buNone/>
                      </a:pPr>
                      <a:r>
                        <a:rPr lang="en-US" sz="2800" b="1">
                          <a:solidFill>
                            <a:srgbClr val="D0D0D0"/>
                          </a:solidFill>
                          <a:latin typeface="Arial"/>
                          <a:ea typeface="Arial"/>
                          <a:cs typeface="Arial"/>
                          <a:sym typeface="Arial"/>
                        </a:rPr>
                        <a:t>For complete tutorials visit:</a:t>
                      </a:r>
                      <a:endParaRPr/>
                    </a:p>
                    <a:p>
                      <a:pPr marL="0" marR="0" lvl="0" indent="0" algn="l" rtl="0">
                        <a:lnSpc>
                          <a:spcPct val="100000"/>
                        </a:lnSpc>
                        <a:spcBef>
                          <a:spcPts val="0"/>
                        </a:spcBef>
                        <a:spcAft>
                          <a:spcPts val="0"/>
                        </a:spcAft>
                        <a:buClr>
                          <a:srgbClr val="FFC000"/>
                        </a:buClr>
                        <a:buSzPts val="2000"/>
                        <a:buFont typeface="Arial"/>
                        <a:buNone/>
                      </a:pPr>
                      <a:r>
                        <a:rPr lang="en-US" sz="2000" b="1">
                          <a:solidFill>
                            <a:srgbClr val="FFC000"/>
                          </a:solidFill>
                          <a:latin typeface="Arial"/>
                          <a:ea typeface="Arial"/>
                          <a:cs typeface="Arial"/>
                          <a:sym typeface="Arial"/>
                        </a:rPr>
                        <a:t>https://www.posterpresentations.com/helpdesk.html</a:t>
                      </a:r>
                      <a:endParaRPr sz="16600"/>
                    </a:p>
                  </a:txBody>
                  <a:tcPr marL="182875" marR="91450" marT="137150" marB="45725">
                    <a:solidFill>
                      <a:srgbClr val="010101"/>
                    </a:solidFill>
                  </a:tcPr>
                </a:tc>
                <a:extLst>
                  <a:ext uri="{0D108BD9-81ED-4DB2-BD59-A6C34878D82A}">
                    <a16:rowId xmlns:a16="http://schemas.microsoft.com/office/drawing/2014/main" val="10008"/>
                  </a:ext>
                </a:extLst>
              </a:tr>
            </a:tbl>
          </a:graphicData>
        </a:graphic>
      </p:graphicFrame>
      <p:grpSp>
        <p:nvGrpSpPr>
          <p:cNvPr id="14" name="Google Shape;14;p1"/>
          <p:cNvGrpSpPr/>
          <p:nvPr/>
        </p:nvGrpSpPr>
        <p:grpSpPr>
          <a:xfrm>
            <a:off x="-1" y="-29666"/>
            <a:ext cx="30275213" cy="5104586"/>
            <a:chOff x="0" y="-1"/>
            <a:chExt cx="12192000" cy="1219223"/>
          </a:xfrm>
        </p:grpSpPr>
        <p:sp>
          <p:nvSpPr>
            <p:cNvPr id="15" name="Google Shape;15;p1"/>
            <p:cNvSpPr/>
            <p:nvPr/>
          </p:nvSpPr>
          <p:spPr>
            <a:xfrm>
              <a:off x="0" y="89065"/>
              <a:ext cx="12192000" cy="1130157"/>
            </a:xfrm>
            <a:prstGeom prst="flowChartDocument">
              <a:avLst/>
            </a:prstGeom>
            <a:gradFill>
              <a:gsLst>
                <a:gs pos="0">
                  <a:srgbClr val="C00000"/>
                </a:gs>
                <a:gs pos="100000">
                  <a:schemeClr val="accent4"/>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500" b="0" i="0" u="none" strike="noStrike" cap="none">
                <a:solidFill>
                  <a:schemeClr val="lt1"/>
                </a:solidFill>
                <a:latin typeface="Calibri"/>
                <a:ea typeface="Calibri"/>
                <a:cs typeface="Calibri"/>
                <a:sym typeface="Calibri"/>
              </a:endParaRPr>
            </a:p>
          </p:txBody>
        </p:sp>
        <p:sp>
          <p:nvSpPr>
            <p:cNvPr id="16" name="Google Shape;16;p1"/>
            <p:cNvSpPr/>
            <p:nvPr/>
          </p:nvSpPr>
          <p:spPr>
            <a:xfrm>
              <a:off x="0" y="-1"/>
              <a:ext cx="12192000" cy="1130157"/>
            </a:xfrm>
            <a:prstGeom prst="flowChartDocument">
              <a:avLst/>
            </a:prstGeom>
            <a:solidFill>
              <a:srgbClr val="1F386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8500" b="0" i="0" u="none" strike="noStrike" cap="none">
                <a:solidFill>
                  <a:schemeClr val="lt1"/>
                </a:solidFill>
                <a:latin typeface="Calibri"/>
                <a:ea typeface="Calibri"/>
                <a:cs typeface="Calibri"/>
                <a:sym typeface="Calibri"/>
              </a:endParaRPr>
            </a:p>
          </p:txBody>
        </p:sp>
      </p:gr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hyperlink" Target="https://www.ijeat.org/wp-content/uploads/papers/v9i3/C6270029320.pdf" TargetMode="External"/><Relationship Id="rId7" Type="http://schemas.openxmlformats.org/officeDocument/2006/relationships/hyperlink" Target="https://www.geeksforgeeks.org/machine-learning/binary-classification-using-lightgb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doaj.org/article/485dce5ae1ff44bc87f0f1946c16c2ef" TargetMode="External"/><Relationship Id="rId11" Type="http://schemas.openxmlformats.org/officeDocument/2006/relationships/image" Target="../media/image4.jpeg"/><Relationship Id="rId5" Type="http://schemas.openxmlformats.org/officeDocument/2006/relationships/hyperlink" Target="&#8226;%09https:/medium.com/image-processing-with-python/efficientnetb0-architecture-stem-layer-496c7911a62d" TargetMode="External"/><Relationship Id="rId10" Type="http://schemas.openxmlformats.org/officeDocument/2006/relationships/image" Target="../media/image3.jpeg"/><Relationship Id="rId4" Type="http://schemas.openxmlformats.org/officeDocument/2006/relationships/hyperlink" Target="https://www.geeksforgeeks.org/computer-vision/mobilenet-v2-architecture-in-computer-vision/" TargetMode="External"/><Relationship Id="rId9"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Shape 52"/>
        <p:cNvGrpSpPr/>
        <p:nvPr/>
      </p:nvGrpSpPr>
      <p:grpSpPr>
        <a:xfrm>
          <a:off x="0" y="0"/>
          <a:ext cx="0" cy="0"/>
          <a:chOff x="0" y="0"/>
          <a:chExt cx="0" cy="0"/>
        </a:xfrm>
      </p:grpSpPr>
      <p:sp>
        <p:nvSpPr>
          <p:cNvPr id="53" name="Google Shape;53;p5"/>
          <p:cNvSpPr txBox="1">
            <a:spLocks noGrp="1"/>
          </p:cNvSpPr>
          <p:nvPr>
            <p:ph type="body" idx="1"/>
          </p:nvPr>
        </p:nvSpPr>
        <p:spPr>
          <a:xfrm>
            <a:off x="644191" y="5604473"/>
            <a:ext cx="14299200" cy="6081869"/>
          </a:xfrm>
          <a:prstGeom prst="rect">
            <a:avLst/>
          </a:prstGeom>
          <a:noFill/>
          <a:ln>
            <a:noFill/>
          </a:ln>
        </p:spPr>
        <p:txBody>
          <a:bodyPr spcFirstLastPara="1" wrap="square" lIns="223875" tIns="223875" rIns="223875" bIns="223875" anchor="t" anchorCtr="0">
            <a:spAutoFit/>
          </a:bodyPr>
          <a:lstStyle/>
          <a:p>
            <a:pPr marL="0" lvl="0" indent="0" algn="just">
              <a:spcBef>
                <a:spcPts val="720"/>
              </a:spcBef>
              <a:buClr>
                <a:schemeClr val="dk1"/>
              </a:buClr>
              <a:buSzPts val="3600"/>
            </a:pPr>
            <a:r>
              <a:rPr lang="en-US" sz="3600" dirty="0">
                <a:solidFill>
                  <a:schemeClr val="tx1"/>
                </a:solidFill>
                <a:latin typeface="Times New Roman" panose="02020603050405020304" pitchFamily="18" charset="0"/>
                <a:cs typeface="Times New Roman" panose="02020603050405020304" pitchFamily="18" charset="0"/>
              </a:rPr>
              <a:t>Artificial ripening of bananas using chemical agents is a major food safety concern, as it cannot be easily detected through visual inspection. This project proposes an AI-based image classification system to distinguish between naturally and artificially ripened bananas. A hybrid approach combining deep learning for feature extraction and machine learning for classification is employed to capture subtle differences in fruit characteristics. The model achieves high accuracy and reliability, while explainable AI techniques enhance the interpretability of its decisions. This system provides a fast, practical, and user-friendly solution for real-world fruit quality assessment.</a:t>
            </a:r>
            <a:endParaRPr sz="35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54" name="Google Shape;54;p5"/>
          <p:cNvSpPr txBox="1">
            <a:spLocks noGrp="1"/>
          </p:cNvSpPr>
          <p:nvPr>
            <p:ph type="body" idx="2"/>
          </p:nvPr>
        </p:nvSpPr>
        <p:spPr>
          <a:xfrm>
            <a:off x="636213" y="5129252"/>
            <a:ext cx="14287866" cy="732790"/>
          </a:xfrm>
          <a:prstGeom prst="rect">
            <a:avLst/>
          </a:prstGeom>
          <a:gradFill>
            <a:gsLst>
              <a:gs pos="0">
                <a:srgbClr val="E30000"/>
              </a:gs>
              <a:gs pos="100000">
                <a:srgbClr val="760303"/>
              </a:gs>
            </a:gsLst>
            <a:lin ang="5400000" scaled="0"/>
          </a:gradFill>
          <a:ln>
            <a:noFill/>
          </a:ln>
        </p:spPr>
        <p:txBody>
          <a:bodyPr spcFirstLastPara="1" wrap="square" lIns="89550" tIns="89550" rIns="89550" bIns="89550" anchor="t" anchorCtr="0">
            <a:spAutoFit/>
          </a:bodyPr>
          <a:lstStyle/>
          <a:p>
            <a:pPr marL="0" lvl="0" indent="0" algn="ctr" rtl="0">
              <a:spcBef>
                <a:spcPts val="0"/>
              </a:spcBef>
              <a:spcAft>
                <a:spcPts val="0"/>
              </a:spcAft>
              <a:buClr>
                <a:schemeClr val="lt1"/>
              </a:buClr>
              <a:buSzPts val="3600"/>
              <a:buNone/>
            </a:pPr>
            <a:r>
              <a:rPr lang="en-US" dirty="0">
                <a:latin typeface="Times New Roman" panose="02020603050405020304" pitchFamily="18" charset="0"/>
                <a:cs typeface="Times New Roman" panose="02020603050405020304" pitchFamily="18" charset="0"/>
              </a:rPr>
              <a:t>ABSTRACT</a:t>
            </a:r>
            <a:endParaRPr dirty="0">
              <a:latin typeface="Times New Roman" panose="02020603050405020304" pitchFamily="18" charset="0"/>
              <a:cs typeface="Times New Roman" panose="02020603050405020304" pitchFamily="18" charset="0"/>
            </a:endParaRPr>
          </a:p>
        </p:txBody>
      </p:sp>
      <p:sp>
        <p:nvSpPr>
          <p:cNvPr id="55" name="Google Shape;55;p5"/>
          <p:cNvSpPr txBox="1">
            <a:spLocks noGrp="1"/>
          </p:cNvSpPr>
          <p:nvPr>
            <p:ph type="body" idx="3"/>
          </p:nvPr>
        </p:nvSpPr>
        <p:spPr>
          <a:xfrm>
            <a:off x="783393" y="11433266"/>
            <a:ext cx="14291358" cy="732790"/>
          </a:xfrm>
          <a:prstGeom prst="rect">
            <a:avLst/>
          </a:prstGeom>
          <a:gradFill>
            <a:gsLst>
              <a:gs pos="0">
                <a:srgbClr val="E30000"/>
              </a:gs>
              <a:gs pos="100000">
                <a:srgbClr val="760303"/>
              </a:gs>
            </a:gsLst>
            <a:lin ang="5400000" scaled="0"/>
          </a:gradFill>
          <a:ln>
            <a:noFill/>
          </a:ln>
        </p:spPr>
        <p:txBody>
          <a:bodyPr spcFirstLastPara="1" wrap="square" lIns="89550" tIns="89550" rIns="89550" bIns="89550" anchor="t" anchorCtr="0">
            <a:spAutoFit/>
          </a:bodyPr>
          <a:lstStyle/>
          <a:p>
            <a:pPr marL="0" lvl="0" indent="0" algn="ctr" rtl="0">
              <a:spcBef>
                <a:spcPts val="0"/>
              </a:spcBef>
              <a:spcAft>
                <a:spcPts val="0"/>
              </a:spcAft>
              <a:buClr>
                <a:schemeClr val="lt1"/>
              </a:buClr>
              <a:buSzPts val="3600"/>
              <a:buNone/>
            </a:pPr>
            <a:r>
              <a:rPr lang="en-US" dirty="0">
                <a:latin typeface="Times New Roman" panose="02020603050405020304" pitchFamily="18" charset="0"/>
                <a:cs typeface="Times New Roman" panose="02020603050405020304" pitchFamily="18" charset="0"/>
              </a:rPr>
              <a:t>INTRODUCTION</a:t>
            </a:r>
            <a:endParaRPr dirty="0">
              <a:latin typeface="Times New Roman" panose="02020603050405020304" pitchFamily="18" charset="0"/>
              <a:cs typeface="Times New Roman" panose="02020603050405020304" pitchFamily="18" charset="0"/>
            </a:endParaRPr>
          </a:p>
        </p:txBody>
      </p:sp>
      <p:sp>
        <p:nvSpPr>
          <p:cNvPr id="56" name="Google Shape;56;p5"/>
          <p:cNvSpPr txBox="1">
            <a:spLocks noGrp="1"/>
          </p:cNvSpPr>
          <p:nvPr>
            <p:ph type="body" idx="4"/>
          </p:nvPr>
        </p:nvSpPr>
        <p:spPr>
          <a:xfrm>
            <a:off x="929093" y="36203338"/>
            <a:ext cx="14287682" cy="732790"/>
          </a:xfrm>
          <a:prstGeom prst="rect">
            <a:avLst/>
          </a:prstGeom>
          <a:gradFill>
            <a:gsLst>
              <a:gs pos="0">
                <a:srgbClr val="E30000"/>
              </a:gs>
              <a:gs pos="100000">
                <a:srgbClr val="760303"/>
              </a:gs>
            </a:gsLst>
            <a:lin ang="5400000" scaled="0"/>
          </a:gradFill>
          <a:ln>
            <a:noFill/>
          </a:ln>
        </p:spPr>
        <p:txBody>
          <a:bodyPr spcFirstLastPara="1" wrap="square" lIns="89550" tIns="89550" rIns="89550" bIns="89550" anchor="t" anchorCtr="0">
            <a:spAutoFit/>
          </a:bodyPr>
          <a:lstStyle/>
          <a:p>
            <a:pPr marL="0" lvl="0" indent="0" algn="ctr" rtl="0">
              <a:spcBef>
                <a:spcPts val="0"/>
              </a:spcBef>
              <a:spcAft>
                <a:spcPts val="0"/>
              </a:spcAft>
              <a:buClr>
                <a:schemeClr val="lt1"/>
              </a:buClr>
              <a:buSzPts val="3600"/>
              <a:buNone/>
            </a:pPr>
            <a:r>
              <a:rPr lang="en-US" dirty="0">
                <a:latin typeface="Times New Roman" panose="02020603050405020304" pitchFamily="18" charset="0"/>
                <a:cs typeface="Times New Roman" panose="02020603050405020304" pitchFamily="18" charset="0"/>
              </a:rPr>
              <a:t>ALGORITHMS</a:t>
            </a:r>
            <a:endParaRPr dirty="0">
              <a:latin typeface="Times New Roman" panose="02020603050405020304" pitchFamily="18" charset="0"/>
              <a:cs typeface="Times New Roman" panose="02020603050405020304" pitchFamily="18" charset="0"/>
            </a:endParaRPr>
          </a:p>
        </p:txBody>
      </p:sp>
      <p:sp>
        <p:nvSpPr>
          <p:cNvPr id="57" name="Google Shape;57;p5"/>
          <p:cNvSpPr txBox="1">
            <a:spLocks noGrp="1"/>
          </p:cNvSpPr>
          <p:nvPr>
            <p:ph type="body" idx="5"/>
          </p:nvPr>
        </p:nvSpPr>
        <p:spPr>
          <a:xfrm>
            <a:off x="782802" y="36936128"/>
            <a:ext cx="14283497" cy="4581458"/>
          </a:xfrm>
          <a:prstGeom prst="rect">
            <a:avLst/>
          </a:prstGeom>
          <a:noFill/>
          <a:ln>
            <a:noFill/>
          </a:ln>
        </p:spPr>
        <p:txBody>
          <a:bodyPr spcFirstLastPara="1" wrap="square" lIns="223875" tIns="223875" rIns="223875" bIns="223875" anchor="t" anchorCtr="0">
            <a:spAutoFit/>
          </a:bodyPr>
          <a:lstStyle/>
          <a:p>
            <a:pPr marL="0" lvl="0" indent="0" algn="just">
              <a:spcBef>
                <a:spcPts val="720"/>
              </a:spcBef>
              <a:buClr>
                <a:schemeClr val="dk1"/>
              </a:buClr>
              <a:buSzPts val="1100"/>
            </a:pPr>
            <a:r>
              <a:rPr lang="en-US" sz="3500" b="1" dirty="0">
                <a:solidFill>
                  <a:schemeClr val="dk1"/>
                </a:solidFill>
                <a:latin typeface="Times New Roman"/>
                <a:ea typeface="Times New Roman"/>
                <a:cs typeface="Times New Roman"/>
                <a:sym typeface="Times New Roman"/>
              </a:rPr>
              <a:t>CNN Backbones:</a:t>
            </a:r>
          </a:p>
          <a:p>
            <a:pPr marL="0" lvl="0" indent="0" algn="just">
              <a:spcBef>
                <a:spcPts val="720"/>
              </a:spcBef>
              <a:buClr>
                <a:schemeClr val="dk1"/>
              </a:buClr>
              <a:buSzPts val="1100"/>
            </a:pPr>
            <a:r>
              <a:rPr lang="en-US" sz="3500" b="1" dirty="0">
                <a:solidFill>
                  <a:schemeClr val="dk1"/>
                </a:solidFill>
                <a:latin typeface="Times New Roman"/>
                <a:ea typeface="Times New Roman"/>
                <a:cs typeface="Times New Roman"/>
                <a:sym typeface="Times New Roman"/>
              </a:rPr>
              <a:t>EfficientNetB0</a:t>
            </a:r>
            <a:r>
              <a:rPr lang="en-US" sz="3500" dirty="0">
                <a:solidFill>
                  <a:schemeClr val="dk1"/>
                </a:solidFill>
                <a:latin typeface="Times New Roman"/>
                <a:ea typeface="Times New Roman"/>
                <a:cs typeface="Times New Roman"/>
                <a:sym typeface="Times New Roman"/>
              </a:rPr>
              <a:t>→4.0M params,1280 features </a:t>
            </a:r>
            <a:r>
              <a:rPr lang="en-US" sz="3500" b="1" dirty="0">
                <a:solidFill>
                  <a:schemeClr val="dk1"/>
                </a:solidFill>
                <a:latin typeface="Times New Roman"/>
                <a:ea typeface="Times New Roman"/>
                <a:cs typeface="Times New Roman"/>
                <a:sym typeface="Times New Roman"/>
              </a:rPr>
              <a:t>,MobileNetV2 </a:t>
            </a:r>
            <a:r>
              <a:rPr lang="en-US" sz="3500" dirty="0">
                <a:solidFill>
                  <a:schemeClr val="dk1"/>
                </a:solidFill>
                <a:latin typeface="Times New Roman"/>
                <a:ea typeface="Times New Roman"/>
                <a:cs typeface="Times New Roman"/>
                <a:sym typeface="Times New Roman"/>
              </a:rPr>
              <a:t>→2.2M, 1280features, </a:t>
            </a:r>
            <a:r>
              <a:rPr lang="en-US" sz="3500" b="1" dirty="0">
                <a:solidFill>
                  <a:schemeClr val="dk1"/>
                </a:solidFill>
                <a:latin typeface="Times New Roman"/>
                <a:ea typeface="Times New Roman"/>
                <a:cs typeface="Times New Roman"/>
                <a:sym typeface="Times New Roman"/>
              </a:rPr>
              <a:t>ResNet50</a:t>
            </a:r>
            <a:r>
              <a:rPr lang="en-US" sz="3500" dirty="0">
                <a:solidFill>
                  <a:schemeClr val="dk1"/>
                </a:solidFill>
                <a:latin typeface="Times New Roman"/>
                <a:ea typeface="Times New Roman"/>
                <a:cs typeface="Times New Roman"/>
                <a:sym typeface="Times New Roman"/>
              </a:rPr>
              <a:t> →23.6M,, 2048 features, </a:t>
            </a:r>
            <a:r>
              <a:rPr lang="en-US" sz="3500" b="1" dirty="0">
                <a:solidFill>
                  <a:schemeClr val="dk1"/>
                </a:solidFill>
                <a:latin typeface="Times New Roman"/>
                <a:ea typeface="Times New Roman"/>
                <a:cs typeface="Times New Roman"/>
                <a:sym typeface="Times New Roman"/>
              </a:rPr>
              <a:t>VGG16</a:t>
            </a:r>
            <a:r>
              <a:rPr lang="en-US" sz="3500" dirty="0">
                <a:solidFill>
                  <a:schemeClr val="dk1"/>
                </a:solidFill>
                <a:latin typeface="Times New Roman"/>
                <a:ea typeface="Times New Roman"/>
                <a:cs typeface="Times New Roman"/>
                <a:sym typeface="Times New Roman"/>
              </a:rPr>
              <a:t> → 14.7M | 512 features </a:t>
            </a:r>
          </a:p>
          <a:p>
            <a:pPr marL="0" lvl="0" indent="0" algn="just">
              <a:spcBef>
                <a:spcPts val="720"/>
              </a:spcBef>
              <a:buClr>
                <a:schemeClr val="dk1"/>
              </a:buClr>
              <a:buSzPts val="1100"/>
            </a:pPr>
            <a:r>
              <a:rPr lang="en-US" sz="3500" b="1" dirty="0">
                <a:solidFill>
                  <a:schemeClr val="dk1"/>
                </a:solidFill>
                <a:latin typeface="Times New Roman"/>
                <a:ea typeface="Times New Roman"/>
                <a:cs typeface="Times New Roman"/>
                <a:sym typeface="Times New Roman"/>
              </a:rPr>
              <a:t>Classifiers:</a:t>
            </a:r>
          </a:p>
          <a:p>
            <a:pPr marL="0" lvl="0" indent="0" algn="just">
              <a:spcBef>
                <a:spcPts val="720"/>
              </a:spcBef>
              <a:buClr>
                <a:schemeClr val="dk1"/>
              </a:buClr>
              <a:buSzPts val="1100"/>
            </a:pPr>
            <a:r>
              <a:rPr lang="en-US" sz="3500" b="1" dirty="0">
                <a:solidFill>
                  <a:schemeClr val="dk1"/>
                </a:solidFill>
                <a:latin typeface="Times New Roman"/>
                <a:ea typeface="Times New Roman"/>
                <a:cs typeface="Times New Roman"/>
                <a:sym typeface="Times New Roman"/>
              </a:rPr>
              <a:t>ANN</a:t>
            </a:r>
            <a:r>
              <a:rPr lang="en-US" sz="3500" dirty="0">
                <a:solidFill>
                  <a:schemeClr val="dk1"/>
                </a:solidFill>
                <a:latin typeface="Times New Roman"/>
                <a:ea typeface="Times New Roman"/>
                <a:cs typeface="Times New Roman"/>
                <a:sym typeface="Times New Roman"/>
              </a:rPr>
              <a:t> → Best generalization (91.6K params),</a:t>
            </a:r>
            <a:r>
              <a:rPr lang="en-US" sz="3500" b="1" dirty="0">
                <a:solidFill>
                  <a:schemeClr val="dk1"/>
                </a:solidFill>
                <a:latin typeface="Times New Roman"/>
                <a:ea typeface="Times New Roman"/>
                <a:cs typeface="Times New Roman"/>
                <a:sym typeface="Times New Roman"/>
              </a:rPr>
              <a:t> SVM </a:t>
            </a:r>
            <a:r>
              <a:rPr lang="en-US" sz="3500" dirty="0">
                <a:solidFill>
                  <a:schemeClr val="dk1"/>
                </a:solidFill>
                <a:latin typeface="Times New Roman"/>
                <a:ea typeface="Times New Roman"/>
                <a:cs typeface="Times New Roman"/>
                <a:sym typeface="Times New Roman"/>
              </a:rPr>
              <a:t>→ Strong for high-dimensional data, </a:t>
            </a:r>
            <a:r>
              <a:rPr lang="en-US" sz="3500" b="1" dirty="0">
                <a:solidFill>
                  <a:schemeClr val="dk1"/>
                </a:solidFill>
                <a:latin typeface="Times New Roman"/>
                <a:ea typeface="Times New Roman"/>
                <a:cs typeface="Times New Roman"/>
                <a:sym typeface="Times New Roman"/>
              </a:rPr>
              <a:t>Logistic Regression </a:t>
            </a:r>
            <a:r>
              <a:rPr lang="en-US" sz="3500" dirty="0">
                <a:solidFill>
                  <a:schemeClr val="dk1"/>
                </a:solidFill>
                <a:latin typeface="Times New Roman"/>
                <a:ea typeface="Times New Roman"/>
                <a:cs typeface="Times New Roman"/>
                <a:sym typeface="Times New Roman"/>
              </a:rPr>
              <a:t>→ Fast linear baseline</a:t>
            </a:r>
          </a:p>
        </p:txBody>
      </p:sp>
      <p:sp>
        <p:nvSpPr>
          <p:cNvPr id="58" name="Google Shape;58;p5"/>
          <p:cNvSpPr txBox="1">
            <a:spLocks noGrp="1"/>
          </p:cNvSpPr>
          <p:nvPr>
            <p:ph type="body" idx="6"/>
          </p:nvPr>
        </p:nvSpPr>
        <p:spPr>
          <a:xfrm>
            <a:off x="15307492" y="5130524"/>
            <a:ext cx="14283756" cy="732790"/>
          </a:xfrm>
          <a:prstGeom prst="rect">
            <a:avLst/>
          </a:prstGeom>
          <a:gradFill>
            <a:gsLst>
              <a:gs pos="0">
                <a:srgbClr val="E30000"/>
              </a:gs>
              <a:gs pos="100000">
                <a:srgbClr val="760303"/>
              </a:gs>
            </a:gsLst>
            <a:lin ang="5400000" scaled="0"/>
          </a:gradFill>
          <a:ln>
            <a:noFill/>
          </a:ln>
        </p:spPr>
        <p:txBody>
          <a:bodyPr spcFirstLastPara="1" wrap="square" lIns="89550" tIns="89550" rIns="89550" bIns="89550" anchor="t" anchorCtr="0">
            <a:spAutoFit/>
          </a:bodyPr>
          <a:lstStyle/>
          <a:p>
            <a:pPr marL="0" lvl="0" indent="0" algn="ctr" rtl="0">
              <a:spcBef>
                <a:spcPts val="0"/>
              </a:spcBef>
              <a:spcAft>
                <a:spcPts val="0"/>
              </a:spcAft>
              <a:buClr>
                <a:schemeClr val="lt1"/>
              </a:buClr>
              <a:buSzPts val="3600"/>
              <a:buNone/>
            </a:pPr>
            <a:r>
              <a:rPr lang="en-US" dirty="0">
                <a:latin typeface="Times New Roman" panose="02020603050405020304" pitchFamily="18" charset="0"/>
                <a:cs typeface="Times New Roman" panose="02020603050405020304" pitchFamily="18" charset="0"/>
              </a:rPr>
              <a:t>RESULTS</a:t>
            </a:r>
            <a:endParaRPr dirty="0">
              <a:latin typeface="Times New Roman" panose="02020603050405020304" pitchFamily="18" charset="0"/>
              <a:cs typeface="Times New Roman" panose="02020603050405020304" pitchFamily="18" charset="0"/>
            </a:endParaRPr>
          </a:p>
        </p:txBody>
      </p:sp>
      <p:sp>
        <p:nvSpPr>
          <p:cNvPr id="60" name="Google Shape;60;p5"/>
          <p:cNvSpPr txBox="1">
            <a:spLocks noGrp="1"/>
          </p:cNvSpPr>
          <p:nvPr>
            <p:ph type="body" idx="8"/>
          </p:nvPr>
        </p:nvSpPr>
        <p:spPr>
          <a:xfrm>
            <a:off x="15756690" y="28671139"/>
            <a:ext cx="14276605" cy="732790"/>
          </a:xfrm>
          <a:prstGeom prst="rect">
            <a:avLst/>
          </a:prstGeom>
          <a:gradFill>
            <a:gsLst>
              <a:gs pos="0">
                <a:srgbClr val="E30000"/>
              </a:gs>
              <a:gs pos="100000">
                <a:srgbClr val="760303"/>
              </a:gs>
            </a:gsLst>
            <a:lin ang="5400000" scaled="0"/>
          </a:gradFill>
          <a:ln>
            <a:noFill/>
          </a:ln>
        </p:spPr>
        <p:txBody>
          <a:bodyPr spcFirstLastPara="1" wrap="square" lIns="89550" tIns="89550" rIns="89550" bIns="89550" anchor="t" anchorCtr="0">
            <a:spAutoFit/>
          </a:bodyPr>
          <a:lstStyle/>
          <a:p>
            <a:pPr marL="0" lvl="0" indent="0" algn="ctr" rtl="0">
              <a:spcBef>
                <a:spcPts val="0"/>
              </a:spcBef>
              <a:spcAft>
                <a:spcPts val="0"/>
              </a:spcAft>
              <a:buClr>
                <a:schemeClr val="lt1"/>
              </a:buClr>
              <a:buSzPts val="3600"/>
              <a:buNone/>
            </a:pPr>
            <a:r>
              <a:rPr lang="en-US" dirty="0">
                <a:latin typeface="Times New Roman" panose="02020603050405020304" pitchFamily="18" charset="0"/>
                <a:cs typeface="Times New Roman" panose="02020603050405020304" pitchFamily="18" charset="0"/>
              </a:rPr>
              <a:t>CONCLUSION &amp; FUTURE SCOPE</a:t>
            </a:r>
            <a:endParaRPr dirty="0">
              <a:latin typeface="Times New Roman" panose="02020603050405020304" pitchFamily="18" charset="0"/>
              <a:cs typeface="Times New Roman" panose="02020603050405020304" pitchFamily="18" charset="0"/>
            </a:endParaRPr>
          </a:p>
        </p:txBody>
      </p:sp>
      <p:sp>
        <p:nvSpPr>
          <p:cNvPr id="61" name="Google Shape;61;p5"/>
          <p:cNvSpPr txBox="1">
            <a:spLocks noGrp="1"/>
          </p:cNvSpPr>
          <p:nvPr>
            <p:ph type="body" idx="9"/>
          </p:nvPr>
        </p:nvSpPr>
        <p:spPr>
          <a:xfrm>
            <a:off x="15583125" y="35239680"/>
            <a:ext cx="14283756" cy="5930545"/>
          </a:xfrm>
          <a:prstGeom prst="rect">
            <a:avLst/>
          </a:prstGeom>
          <a:noFill/>
          <a:ln>
            <a:noFill/>
          </a:ln>
        </p:spPr>
        <p:txBody>
          <a:bodyPr spcFirstLastPara="1" wrap="square" lIns="223875" tIns="223875" rIns="223875" bIns="223875" anchor="t" anchorCtr="0">
            <a:spAutoFit/>
          </a:bodyPr>
          <a:lstStyle/>
          <a:p>
            <a:pPr marL="0" lvl="0" indent="0">
              <a:spcBef>
                <a:spcPts val="0"/>
              </a:spcBef>
              <a:buClr>
                <a:schemeClr val="dk1"/>
              </a:buClr>
              <a:buSzPts val="3600"/>
            </a:pPr>
            <a:r>
              <a:rPr lang="en-US" sz="3600" b="1" dirty="0">
                <a:latin typeface="Times New Roman" panose="02020603050405020304" pitchFamily="18" charset="0"/>
                <a:cs typeface="Times New Roman" panose="02020603050405020304" pitchFamily="18" charset="0"/>
              </a:rPr>
              <a:t>Literature Review:</a:t>
            </a:r>
          </a:p>
          <a:p>
            <a:pPr lvl="0" indent="-457200">
              <a:spcBef>
                <a:spcPts val="0"/>
              </a:spcBef>
              <a:buClr>
                <a:schemeClr val="dk1"/>
              </a:buClr>
              <a:buSzPts val="360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hlinkClick r:id="rId3"/>
              </a:rPr>
              <a:t>https://www.ijeat.org/wp-content/uploads/papers/v9i3/C6270029320.pdf</a:t>
            </a:r>
            <a:endParaRPr lang="en-US" sz="3600" dirty="0">
              <a:latin typeface="Times New Roman" panose="02020603050405020304" pitchFamily="18" charset="0"/>
              <a:cs typeface="Times New Roman" panose="02020603050405020304" pitchFamily="18" charset="0"/>
            </a:endParaRPr>
          </a:p>
          <a:p>
            <a:pPr marL="0" lvl="0" indent="0">
              <a:spcBef>
                <a:spcPts val="0"/>
              </a:spcBef>
              <a:buClr>
                <a:schemeClr val="dk1"/>
              </a:buClr>
              <a:buSzPts val="3600"/>
            </a:pPr>
            <a:r>
              <a:rPr lang="en-US" sz="3600" b="1" dirty="0">
                <a:solidFill>
                  <a:schemeClr val="tx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M</a:t>
            </a:r>
            <a:r>
              <a:rPr lang="en-US" sz="3600" b="1" dirty="0">
                <a:latin typeface="Times New Roman" panose="02020603050405020304" pitchFamily="18" charset="0"/>
                <a:cs typeface="Times New Roman" panose="02020603050405020304" pitchFamily="18" charset="0"/>
              </a:rPr>
              <a:t>odel architecture:</a:t>
            </a:r>
          </a:p>
          <a:p>
            <a:pPr marL="0" lvl="0" indent="0">
              <a:spcBef>
                <a:spcPts val="0"/>
              </a:spcBef>
              <a:buClr>
                <a:schemeClr val="dk1"/>
              </a:buClr>
              <a:buSzPts val="3600"/>
            </a:pPr>
            <a:r>
              <a:rPr lang="en-US" sz="3600" dirty="0">
                <a:latin typeface="Times New Roman" panose="02020603050405020304" pitchFamily="18" charset="0"/>
                <a:cs typeface="Times New Roman" panose="02020603050405020304" pitchFamily="18" charset="0"/>
                <a:hlinkClick r:id="rId5"/>
              </a:rPr>
              <a:t>•	https://medium.com/image-processing-with-python/efficientnetb0-architecture-stem-layer-496c7911a62d</a:t>
            </a:r>
            <a:endParaRPr lang="en-US" sz="3600" dirty="0">
              <a:latin typeface="Times New Roman" panose="02020603050405020304" pitchFamily="18" charset="0"/>
              <a:cs typeface="Times New Roman" panose="02020603050405020304" pitchFamily="18" charset="0"/>
            </a:endParaRPr>
          </a:p>
          <a:p>
            <a:pPr marL="0" lvl="0" indent="0">
              <a:spcBef>
                <a:spcPts val="0"/>
              </a:spcBef>
              <a:buClr>
                <a:schemeClr val="dk1"/>
              </a:buClr>
              <a:buSzPts val="3600"/>
            </a:pPr>
            <a:r>
              <a:rPr lang="en-US" sz="3600" b="1" dirty="0">
                <a:latin typeface="Times New Roman" panose="02020603050405020304" pitchFamily="18" charset="0"/>
                <a:cs typeface="Times New Roman" panose="02020603050405020304" pitchFamily="18" charset="0"/>
              </a:rPr>
              <a:t>Data set:</a:t>
            </a:r>
          </a:p>
          <a:p>
            <a:pPr marL="571500" lvl="0" indent="-571500">
              <a:spcBef>
                <a:spcPts val="0"/>
              </a:spcBef>
              <a:buClr>
                <a:schemeClr val="dk1"/>
              </a:buClr>
              <a:buSzPts val="36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hlinkClick r:id="rId6"/>
              </a:rPr>
              <a:t>https://doaj.org/article/485dce5ae1ff44bc87f0f1946c16c2ef</a:t>
            </a:r>
            <a:endParaRPr lang="en-US" sz="3500" dirty="0">
              <a:latin typeface="Times New Roman" panose="02020603050405020304" pitchFamily="18" charset="0"/>
              <a:cs typeface="Times New Roman" panose="02020603050405020304" pitchFamily="18" charset="0"/>
            </a:endParaRPr>
          </a:p>
          <a:p>
            <a:pPr marL="0" lvl="0" indent="0">
              <a:spcBef>
                <a:spcPts val="0"/>
              </a:spcBef>
              <a:buClr>
                <a:schemeClr val="dk1"/>
              </a:buClr>
              <a:buSzPts val="3600"/>
            </a:pPr>
            <a:r>
              <a:rPr lang="en-US" sz="3500" b="1">
                <a:latin typeface="Times New Roman" panose="02020603050405020304" pitchFamily="18" charset="0"/>
                <a:cs typeface="Times New Roman" panose="02020603050405020304" pitchFamily="18" charset="0"/>
              </a:rPr>
              <a:t>Classfication</a:t>
            </a:r>
            <a:r>
              <a:rPr lang="en-US" sz="3500" b="1" dirty="0">
                <a:latin typeface="Times New Roman" panose="02020603050405020304" pitchFamily="18" charset="0"/>
                <a:cs typeface="Times New Roman" panose="02020603050405020304" pitchFamily="18" charset="0"/>
              </a:rPr>
              <a:t>:</a:t>
            </a:r>
          </a:p>
          <a:p>
            <a:pPr lvl="0" indent="-457200">
              <a:spcBef>
                <a:spcPts val="0"/>
              </a:spcBef>
              <a:buClr>
                <a:schemeClr val="dk1"/>
              </a:buClr>
              <a:buSzPts val="3600"/>
              <a:buFont typeface="Arial" panose="020B0604020202020204" pitchFamily="34" charset="0"/>
              <a:buChar char="•"/>
            </a:pPr>
            <a:r>
              <a:rPr lang="en-US" sz="3500" dirty="0">
                <a:latin typeface="Times New Roman" panose="02020603050405020304" pitchFamily="18" charset="0"/>
                <a:cs typeface="Times New Roman" panose="02020603050405020304" pitchFamily="18" charset="0"/>
                <a:hlinkClick r:id="rId7"/>
              </a:rPr>
              <a:t>https://www.geeksforgeeks.org/machine-learning/binary-classification-using-lightgbm/</a:t>
            </a:r>
            <a:endParaRPr lang="en-US" sz="3500" dirty="0">
              <a:latin typeface="Times New Roman" panose="02020603050405020304" pitchFamily="18" charset="0"/>
              <a:cs typeface="Times New Roman" panose="02020603050405020304" pitchFamily="18" charset="0"/>
            </a:endParaRPr>
          </a:p>
        </p:txBody>
      </p:sp>
      <p:sp>
        <p:nvSpPr>
          <p:cNvPr id="62" name="Google Shape;62;p5"/>
          <p:cNvSpPr txBox="1">
            <a:spLocks noGrp="1"/>
          </p:cNvSpPr>
          <p:nvPr>
            <p:ph type="body" idx="13"/>
          </p:nvPr>
        </p:nvSpPr>
        <p:spPr>
          <a:xfrm>
            <a:off x="774351" y="12002748"/>
            <a:ext cx="14300400" cy="5992101"/>
          </a:xfrm>
          <a:prstGeom prst="rect">
            <a:avLst/>
          </a:prstGeom>
          <a:noFill/>
          <a:ln>
            <a:noFill/>
          </a:ln>
        </p:spPr>
        <p:txBody>
          <a:bodyPr spcFirstLastPara="1" wrap="square" lIns="223875" tIns="223875" rIns="223875" bIns="223875" anchor="t" anchorCtr="0">
            <a:spAutoFit/>
          </a:bodyPr>
          <a:lstStyle/>
          <a:p>
            <a:pPr marL="0" indent="0">
              <a:spcBef>
                <a:spcPts val="0"/>
              </a:spcBef>
              <a:buClr>
                <a:schemeClr val="dk1"/>
              </a:buClr>
              <a:buSzPts val="1100"/>
            </a:pPr>
            <a:r>
              <a:rPr lang="en-US" sz="3600" dirty="0">
                <a:solidFill>
                  <a:schemeClr val="tx1"/>
                </a:solidFill>
                <a:latin typeface="Times New Roman" panose="02020603050405020304" pitchFamily="18" charset="0"/>
                <a:cs typeface="Times New Roman" panose="02020603050405020304" pitchFamily="18" charset="0"/>
              </a:rPr>
              <a:t>Rapid advancements in computer vision and machine learning have enabled automated solutions in agriculture and food quality assessment. Detecting fruit ripeness is crucial as it directly impacts quality, safety, and market value, especially due to concerns about harmful artificial ripening methods. Traditional approaches based on human observation are subjective, inconsistent, and inefficient for large-scale analysis. This project proposes an AI-based image classification system to identify banana ripeness using deep learning techniques. The system offers a scalable, accurate, and reliable solution for improving food safety and decision-making.</a:t>
            </a:r>
            <a:endParaRPr sz="35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63" name="Google Shape;63;p5"/>
          <p:cNvSpPr txBox="1">
            <a:spLocks noGrp="1"/>
          </p:cNvSpPr>
          <p:nvPr>
            <p:ph type="body" idx="14"/>
          </p:nvPr>
        </p:nvSpPr>
        <p:spPr>
          <a:xfrm>
            <a:off x="5595397" y="3239929"/>
            <a:ext cx="13435330" cy="629920"/>
          </a:xfrm>
          <a:prstGeom prst="rect">
            <a:avLst/>
          </a:prstGeom>
          <a:noFill/>
          <a:ln>
            <a:noFill/>
          </a:ln>
        </p:spPr>
        <p:txBody>
          <a:bodyPr spcFirstLastPara="1" wrap="square" lIns="77325" tIns="38675" rIns="77325" bIns="38675" anchor="t" anchorCtr="0">
            <a:spAutoFit/>
          </a:bodyPr>
          <a:lstStyle/>
          <a:p>
            <a:pPr marL="0" lvl="0" indent="0" algn="l" rtl="0">
              <a:spcBef>
                <a:spcPts val="0"/>
              </a:spcBef>
              <a:spcAft>
                <a:spcPts val="0"/>
              </a:spcAft>
              <a:buClr>
                <a:srgbClr val="F7CAAC"/>
              </a:buClr>
              <a:buSzPts val="3600"/>
              <a:buNone/>
            </a:pPr>
            <a:r>
              <a:rPr lang="en-US">
                <a:solidFill>
                  <a:srgbClr val="F7CAAC"/>
                </a:solidFill>
              </a:rPr>
              <a:t>Department of Computer Science &amp; Engineering</a:t>
            </a:r>
            <a:endParaRPr/>
          </a:p>
        </p:txBody>
      </p:sp>
      <p:sp>
        <p:nvSpPr>
          <p:cNvPr id="64" name="Google Shape;64;p5"/>
          <p:cNvSpPr txBox="1">
            <a:spLocks noGrp="1"/>
          </p:cNvSpPr>
          <p:nvPr>
            <p:ph type="body" idx="15"/>
          </p:nvPr>
        </p:nvSpPr>
        <p:spPr>
          <a:xfrm>
            <a:off x="587041" y="2125980"/>
            <a:ext cx="23955075" cy="693658"/>
          </a:xfrm>
          <a:prstGeom prst="rect">
            <a:avLst/>
          </a:prstGeom>
          <a:noFill/>
          <a:ln>
            <a:noFill/>
          </a:ln>
        </p:spPr>
        <p:txBody>
          <a:bodyPr spcFirstLastPara="1" wrap="square" lIns="77325" tIns="38675" rIns="77325" bIns="38675" anchor="t" anchorCtr="0">
            <a:spAutoFit/>
          </a:bodyPr>
          <a:lstStyle/>
          <a:p>
            <a:pPr marL="0" lvl="0" indent="0" algn="l" rtl="0">
              <a:spcBef>
                <a:spcPts val="0"/>
              </a:spcBef>
              <a:spcAft>
                <a:spcPts val="0"/>
              </a:spcAft>
              <a:buClr>
                <a:schemeClr val="lt1"/>
              </a:buClr>
              <a:buSzPts val="4000"/>
              <a:buNone/>
            </a:pPr>
            <a:r>
              <a:rPr lang="en-US" sz="4000" dirty="0"/>
              <a:t>Guide: Dr. S</a:t>
            </a:r>
            <a:r>
              <a:rPr lang="en-US" sz="4000" b="1" dirty="0"/>
              <a:t> </a:t>
            </a:r>
            <a:r>
              <a:rPr lang="en-US" sz="4000" dirty="0"/>
              <a:t>Rama Krishna        Group By: Sri Keerthi, </a:t>
            </a:r>
            <a:r>
              <a:rPr lang="en-US" sz="4000" dirty="0" err="1"/>
              <a:t>Lercha</a:t>
            </a:r>
            <a:r>
              <a:rPr lang="en-US" sz="4000" dirty="0"/>
              <a:t> Vikas, Guneet Singh, Harsha Vardan</a:t>
            </a:r>
            <a:endParaRPr dirty="0"/>
          </a:p>
        </p:txBody>
      </p:sp>
      <p:sp>
        <p:nvSpPr>
          <p:cNvPr id="65" name="Google Shape;65;p5"/>
          <p:cNvSpPr txBox="1">
            <a:spLocks noGrp="1"/>
          </p:cNvSpPr>
          <p:nvPr>
            <p:ph type="body" idx="16"/>
          </p:nvPr>
        </p:nvSpPr>
        <p:spPr>
          <a:xfrm>
            <a:off x="644191" y="337365"/>
            <a:ext cx="25659900" cy="1309212"/>
          </a:xfrm>
          <a:prstGeom prst="rect">
            <a:avLst/>
          </a:prstGeom>
          <a:noFill/>
          <a:ln>
            <a:noFill/>
          </a:ln>
        </p:spPr>
        <p:txBody>
          <a:bodyPr spcFirstLastPara="1" wrap="square" lIns="77325" tIns="38675" rIns="77325" bIns="38675" anchor="t" anchorCtr="0">
            <a:spAutoFit/>
          </a:bodyPr>
          <a:lstStyle/>
          <a:p>
            <a:pPr marL="0" lvl="0" indent="0">
              <a:spcBef>
                <a:spcPts val="0"/>
              </a:spcBef>
              <a:buSzPts val="4800"/>
            </a:pPr>
            <a:r>
              <a:rPr lang="en-US" sz="4000" dirty="0"/>
              <a:t>Your Project Title -Mobile App for Detecting Artificially Ripened Bananas Using Computer Vision and Colorimetric Analysis</a:t>
            </a:r>
            <a:endParaRPr sz="4000" dirty="0"/>
          </a:p>
        </p:txBody>
      </p:sp>
      <p:sp>
        <p:nvSpPr>
          <p:cNvPr id="66" name="Google Shape;66;p5"/>
          <p:cNvSpPr txBox="1">
            <a:spLocks noGrp="1"/>
          </p:cNvSpPr>
          <p:nvPr>
            <p:ph type="body" idx="17"/>
          </p:nvPr>
        </p:nvSpPr>
        <p:spPr>
          <a:xfrm>
            <a:off x="929093" y="17737280"/>
            <a:ext cx="14287682" cy="732790"/>
          </a:xfrm>
          <a:prstGeom prst="rect">
            <a:avLst/>
          </a:prstGeom>
          <a:gradFill>
            <a:gsLst>
              <a:gs pos="0">
                <a:srgbClr val="E30000"/>
              </a:gs>
              <a:gs pos="100000">
                <a:srgbClr val="760303"/>
              </a:gs>
            </a:gsLst>
            <a:lin ang="5400000" scaled="0"/>
          </a:gradFill>
          <a:ln>
            <a:noFill/>
          </a:ln>
        </p:spPr>
        <p:txBody>
          <a:bodyPr spcFirstLastPara="1" wrap="square" lIns="89550" tIns="89550" rIns="89550" bIns="89550" anchor="t" anchorCtr="0">
            <a:spAutoFit/>
          </a:bodyPr>
          <a:lstStyle/>
          <a:p>
            <a:pPr marL="0" lvl="0" indent="0">
              <a:spcBef>
                <a:spcPts val="0"/>
              </a:spcBef>
            </a:pPr>
            <a:r>
              <a:rPr lang="en-US" dirty="0">
                <a:latin typeface="Times New Roman" panose="02020603050405020304" pitchFamily="18" charset="0"/>
                <a:cs typeface="Times New Roman" panose="02020603050405020304" pitchFamily="18" charset="0"/>
              </a:rPr>
              <a:t>PROPOSED ARCHITECTURE</a:t>
            </a:r>
            <a:endParaRPr dirty="0">
              <a:latin typeface="Times New Roman" panose="02020603050405020304" pitchFamily="18" charset="0"/>
              <a:cs typeface="Times New Roman" panose="02020603050405020304" pitchFamily="18" charset="0"/>
            </a:endParaRPr>
          </a:p>
        </p:txBody>
      </p:sp>
      <p:sp>
        <p:nvSpPr>
          <p:cNvPr id="67" name="Google Shape;67;p5"/>
          <p:cNvSpPr/>
          <p:nvPr/>
        </p:nvSpPr>
        <p:spPr>
          <a:xfrm>
            <a:off x="15583125" y="34237815"/>
            <a:ext cx="14276605" cy="732790"/>
          </a:xfrm>
          <a:prstGeom prst="rect">
            <a:avLst/>
          </a:prstGeom>
          <a:gradFill>
            <a:gsLst>
              <a:gs pos="0">
                <a:srgbClr val="E30000"/>
              </a:gs>
              <a:gs pos="100000">
                <a:srgbClr val="760303"/>
              </a:gs>
            </a:gsLst>
            <a:lin ang="5400000" scaled="0"/>
          </a:gradFill>
          <a:ln>
            <a:noFill/>
          </a:ln>
        </p:spPr>
        <p:txBody>
          <a:bodyPr spcFirstLastPara="1" wrap="square" lIns="89550" tIns="89550" rIns="89550" bIns="89550" anchor="t" anchorCtr="0">
            <a:noAutofit/>
          </a:bodyPr>
          <a:lstStyle/>
          <a:p>
            <a:pPr marL="0" marR="0" lvl="0" indent="0" algn="ctr" rtl="0">
              <a:spcBef>
                <a:spcPts val="0"/>
              </a:spcBef>
              <a:spcAft>
                <a:spcPts val="0"/>
              </a:spcAft>
              <a:buClr>
                <a:schemeClr val="lt1"/>
              </a:buClr>
              <a:buSzPts val="3600"/>
              <a:buFont typeface="Arial"/>
              <a:buNone/>
            </a:pPr>
            <a:r>
              <a:rPr lang="en-US" sz="3600" b="1" i="0" u="none" strike="noStrike" cap="none" dirty="0">
                <a:solidFill>
                  <a:schemeClr val="lt1"/>
                </a:solidFill>
                <a:latin typeface="Times New Roman" panose="02020603050405020304" pitchFamily="18" charset="0"/>
                <a:ea typeface="Century Gothic"/>
                <a:cs typeface="Times New Roman" panose="02020603050405020304" pitchFamily="18" charset="0"/>
                <a:sym typeface="Century Gothic"/>
              </a:rPr>
              <a:t>REFERENCES</a:t>
            </a:r>
            <a:endParaRPr dirty="0">
              <a:latin typeface="Times New Roman" panose="02020603050405020304" pitchFamily="18" charset="0"/>
              <a:cs typeface="Times New Roman" panose="02020603050405020304" pitchFamily="18" charset="0"/>
            </a:endParaRPr>
          </a:p>
        </p:txBody>
      </p:sp>
      <p:pic>
        <p:nvPicPr>
          <p:cNvPr id="68" name="Google Shape;68;p5" descr="glogo"/>
          <p:cNvPicPr preferRelativeResize="0"/>
          <p:nvPr/>
        </p:nvPicPr>
        <p:blipFill rotWithShape="1">
          <a:blip r:embed="rId8">
            <a:alphaModFix/>
          </a:blip>
          <a:srcRect/>
          <a:stretch/>
        </p:blipFill>
        <p:spPr>
          <a:xfrm>
            <a:off x="25624155" y="414062"/>
            <a:ext cx="3397250" cy="3896360"/>
          </a:xfrm>
          <a:prstGeom prst="rect">
            <a:avLst/>
          </a:prstGeom>
          <a:noFill/>
          <a:ln>
            <a:noFill/>
          </a:ln>
        </p:spPr>
      </p:pic>
      <p:sp>
        <p:nvSpPr>
          <p:cNvPr id="69" name="Google Shape;69;p5"/>
          <p:cNvSpPr txBox="1">
            <a:spLocks noGrp="1"/>
          </p:cNvSpPr>
          <p:nvPr>
            <p:ph type="body" idx="18"/>
          </p:nvPr>
        </p:nvSpPr>
        <p:spPr>
          <a:xfrm>
            <a:off x="845606" y="18311255"/>
            <a:ext cx="14292000" cy="5770770"/>
          </a:xfrm>
          <a:prstGeom prst="rect">
            <a:avLst/>
          </a:prstGeom>
          <a:noFill/>
          <a:ln>
            <a:noFill/>
          </a:ln>
        </p:spPr>
        <p:txBody>
          <a:bodyPr spcFirstLastPara="1" wrap="square" lIns="91425" tIns="45700" rIns="91425" bIns="45700" anchor="ctr" anchorCtr="0">
            <a:spAutoFit/>
          </a:bodyPr>
          <a:lstStyle/>
          <a:p>
            <a:pPr marL="800100" indent="-571500">
              <a:buFont typeface="Arial" panose="020B0604020202020204" pitchFamily="34" charset="0"/>
              <a:buChar char="•"/>
            </a:pPr>
            <a:r>
              <a:rPr lang="en-US" sz="3600" dirty="0">
                <a:solidFill>
                  <a:schemeClr val="tx1"/>
                </a:solidFill>
                <a:latin typeface="Times New Roman" panose="02020603050405020304" pitchFamily="18" charset="0"/>
                <a:cs typeface="Times New Roman" panose="02020603050405020304" pitchFamily="18" charset="0"/>
              </a:rPr>
              <a:t>AI-based system to classify bananas as </a:t>
            </a:r>
            <a:r>
              <a:rPr lang="en-US" sz="3600" b="1" dirty="0">
                <a:solidFill>
                  <a:schemeClr val="tx1"/>
                </a:solidFill>
                <a:latin typeface="Times New Roman" panose="02020603050405020304" pitchFamily="18" charset="0"/>
                <a:cs typeface="Times New Roman" panose="02020603050405020304" pitchFamily="18" charset="0"/>
              </a:rPr>
              <a:t>natural or artificial ripening</a:t>
            </a:r>
            <a:r>
              <a:rPr lang="en-US" sz="3600" dirty="0">
                <a:solidFill>
                  <a:schemeClr val="tx1"/>
                </a:solidFill>
                <a:latin typeface="Times New Roman" panose="02020603050405020304" pitchFamily="18" charset="0"/>
                <a:cs typeface="Times New Roman" panose="02020603050405020304" pitchFamily="18" charset="0"/>
              </a:rPr>
              <a:t>. </a:t>
            </a:r>
          </a:p>
          <a:p>
            <a:pPr marL="800100" indent="-571500">
              <a:buFont typeface="Arial" panose="020B0604020202020204" pitchFamily="34" charset="0"/>
              <a:buChar char="•"/>
            </a:pPr>
            <a:r>
              <a:rPr lang="en-US" sz="3600" dirty="0">
                <a:solidFill>
                  <a:schemeClr val="tx1"/>
                </a:solidFill>
                <a:latin typeface="Times New Roman" panose="02020603050405020304" pitchFamily="18" charset="0"/>
                <a:cs typeface="Times New Roman" panose="02020603050405020304" pitchFamily="18" charset="0"/>
              </a:rPr>
              <a:t>Images are preprocessed (resize, normalization) for consistency. </a:t>
            </a:r>
          </a:p>
          <a:p>
            <a:pPr marL="800100" indent="-571500">
              <a:buFont typeface="Arial" panose="020B0604020202020204" pitchFamily="34" charset="0"/>
              <a:buChar char="•"/>
            </a:pPr>
            <a:r>
              <a:rPr lang="en-US" sz="3600" dirty="0">
                <a:solidFill>
                  <a:schemeClr val="tx1"/>
                </a:solidFill>
                <a:latin typeface="Times New Roman" panose="02020603050405020304" pitchFamily="18" charset="0"/>
                <a:cs typeface="Times New Roman" panose="02020603050405020304" pitchFamily="18" charset="0"/>
              </a:rPr>
              <a:t>Deep features are extracted using </a:t>
            </a:r>
            <a:r>
              <a:rPr lang="en-US" sz="3600" b="1" dirty="0">
                <a:solidFill>
                  <a:schemeClr val="tx1"/>
                </a:solidFill>
                <a:latin typeface="Times New Roman" panose="02020603050405020304" pitchFamily="18" charset="0"/>
                <a:cs typeface="Times New Roman" panose="02020603050405020304" pitchFamily="18" charset="0"/>
              </a:rPr>
              <a:t>EfficientNetB0</a:t>
            </a:r>
            <a:r>
              <a:rPr lang="en-US" sz="3600" dirty="0">
                <a:solidFill>
                  <a:schemeClr val="tx1"/>
                </a:solidFill>
                <a:latin typeface="Times New Roman" panose="02020603050405020304" pitchFamily="18" charset="0"/>
                <a:cs typeface="Times New Roman" panose="02020603050405020304" pitchFamily="18" charset="0"/>
              </a:rPr>
              <a:t>. </a:t>
            </a:r>
          </a:p>
          <a:p>
            <a:pPr marL="800100" indent="-571500">
              <a:buFont typeface="Arial" panose="020B0604020202020204" pitchFamily="34" charset="0"/>
              <a:buChar char="•"/>
            </a:pPr>
            <a:r>
              <a:rPr lang="en-US" sz="3600" dirty="0">
                <a:solidFill>
                  <a:schemeClr val="tx1"/>
                </a:solidFill>
                <a:latin typeface="Times New Roman" panose="02020603050405020304" pitchFamily="18" charset="0"/>
                <a:cs typeface="Times New Roman" panose="02020603050405020304" pitchFamily="18" charset="0"/>
              </a:rPr>
              <a:t>Color features from </a:t>
            </a:r>
            <a:r>
              <a:rPr lang="en-US" sz="3600" b="1" dirty="0">
                <a:solidFill>
                  <a:schemeClr val="tx1"/>
                </a:solidFill>
                <a:latin typeface="Times New Roman" panose="02020603050405020304" pitchFamily="18" charset="0"/>
                <a:cs typeface="Times New Roman" panose="02020603050405020304" pitchFamily="18" charset="0"/>
              </a:rPr>
              <a:t>HSV &amp; LAB</a:t>
            </a:r>
            <a:r>
              <a:rPr lang="en-US" sz="3600" dirty="0">
                <a:solidFill>
                  <a:schemeClr val="tx1"/>
                </a:solidFill>
                <a:latin typeface="Times New Roman" panose="02020603050405020304" pitchFamily="18" charset="0"/>
                <a:cs typeface="Times New Roman" panose="02020603050405020304" pitchFamily="18" charset="0"/>
              </a:rPr>
              <a:t> improve detection accuracy. </a:t>
            </a:r>
          </a:p>
          <a:p>
            <a:pPr marL="800100" indent="-571500">
              <a:buFont typeface="Arial" panose="020B0604020202020204" pitchFamily="34" charset="0"/>
              <a:buChar char="•"/>
            </a:pPr>
            <a:r>
              <a:rPr lang="en-US" sz="3600" dirty="0">
                <a:solidFill>
                  <a:schemeClr val="tx1"/>
                </a:solidFill>
                <a:latin typeface="Times New Roman" panose="02020603050405020304" pitchFamily="18" charset="0"/>
                <a:cs typeface="Times New Roman" panose="02020603050405020304" pitchFamily="18" charset="0"/>
              </a:rPr>
              <a:t>A hybrid feature set is used for classification. </a:t>
            </a:r>
          </a:p>
          <a:p>
            <a:pPr marL="800100" indent="-571500">
              <a:buFont typeface="Arial" panose="020B0604020202020204" pitchFamily="34" charset="0"/>
              <a:buChar char="•"/>
            </a:pPr>
            <a:r>
              <a:rPr lang="en-US" sz="3600" dirty="0">
                <a:solidFill>
                  <a:schemeClr val="tx1"/>
                </a:solidFill>
                <a:latin typeface="Times New Roman" panose="02020603050405020304" pitchFamily="18" charset="0"/>
                <a:cs typeface="Times New Roman" panose="02020603050405020304" pitchFamily="18" charset="0"/>
              </a:rPr>
              <a:t>An </a:t>
            </a:r>
            <a:r>
              <a:rPr lang="en-US" sz="3600" b="1" dirty="0">
                <a:solidFill>
                  <a:schemeClr val="tx1"/>
                </a:solidFill>
                <a:latin typeface="Times New Roman" panose="02020603050405020304" pitchFamily="18" charset="0"/>
                <a:cs typeface="Times New Roman" panose="02020603050405020304" pitchFamily="18" charset="0"/>
              </a:rPr>
              <a:t>Artificial Neural Network (ANN)</a:t>
            </a:r>
            <a:r>
              <a:rPr lang="en-US" sz="3600" dirty="0">
                <a:solidFill>
                  <a:schemeClr val="tx1"/>
                </a:solidFill>
                <a:latin typeface="Times New Roman" panose="02020603050405020304" pitchFamily="18" charset="0"/>
                <a:cs typeface="Times New Roman" panose="02020603050405020304" pitchFamily="18" charset="0"/>
              </a:rPr>
              <a:t> predicts ripeness. </a:t>
            </a:r>
          </a:p>
          <a:p>
            <a:pPr marL="800100" indent="-571500">
              <a:buFont typeface="Arial" panose="020B0604020202020204" pitchFamily="34" charset="0"/>
              <a:buChar char="•"/>
            </a:pPr>
            <a:r>
              <a:rPr lang="en-US" sz="3600" dirty="0">
                <a:solidFill>
                  <a:schemeClr val="tx1"/>
                </a:solidFill>
                <a:latin typeface="Times New Roman" panose="02020603050405020304" pitchFamily="18" charset="0"/>
                <a:cs typeface="Times New Roman" panose="02020603050405020304" pitchFamily="18" charset="0"/>
              </a:rPr>
              <a:t>The model outputs class label with probability score. </a:t>
            </a:r>
          </a:p>
          <a:p>
            <a:pPr marL="800100" indent="-571500">
              <a:buFont typeface="Arial" panose="020B0604020202020204" pitchFamily="34" charset="0"/>
              <a:buChar char="•"/>
            </a:pPr>
            <a:r>
              <a:rPr lang="en-US" sz="3600" dirty="0">
                <a:solidFill>
                  <a:schemeClr val="tx1"/>
                </a:solidFill>
                <a:latin typeface="Times New Roman" panose="02020603050405020304" pitchFamily="18" charset="0"/>
                <a:cs typeface="Times New Roman" panose="02020603050405020304" pitchFamily="18" charset="0"/>
              </a:rPr>
              <a:t>Dataset includes both real-world and online images. </a:t>
            </a:r>
          </a:p>
          <a:p>
            <a:pPr marL="800100" indent="-571500">
              <a:buFont typeface="Arial" panose="020B0604020202020204" pitchFamily="34" charset="0"/>
              <a:buChar char="•"/>
            </a:pPr>
            <a:r>
              <a:rPr lang="en-US" sz="3600" dirty="0">
                <a:solidFill>
                  <a:schemeClr val="tx1"/>
                </a:solidFill>
                <a:latin typeface="Times New Roman" panose="02020603050405020304" pitchFamily="18" charset="0"/>
                <a:cs typeface="Times New Roman" panose="02020603050405020304" pitchFamily="18" charset="0"/>
              </a:rPr>
              <a:t>System ensures </a:t>
            </a:r>
            <a:r>
              <a:rPr lang="en-US" sz="3600" b="1" dirty="0">
                <a:solidFill>
                  <a:schemeClr val="tx1"/>
                </a:solidFill>
                <a:latin typeface="Times New Roman" panose="02020603050405020304" pitchFamily="18" charset="0"/>
                <a:cs typeface="Times New Roman" panose="02020603050405020304" pitchFamily="18" charset="0"/>
              </a:rPr>
              <a:t>accurate and reliable quality detection</a:t>
            </a:r>
            <a:r>
              <a:rPr lang="en-US" sz="3600" dirty="0">
                <a:solidFill>
                  <a:schemeClr val="tx1"/>
                </a:solidFill>
                <a:latin typeface="Times New Roman" panose="02020603050405020304" pitchFamily="18" charset="0"/>
                <a:cs typeface="Times New Roman" panose="02020603050405020304" pitchFamily="18" charset="0"/>
              </a:rPr>
              <a:t>. </a:t>
            </a:r>
          </a:p>
        </p:txBody>
      </p:sp>
      <p:pic>
        <p:nvPicPr>
          <p:cNvPr id="2" name="Picture 1">
            <a:extLst>
              <a:ext uri="{FF2B5EF4-FFF2-40B4-BE49-F238E27FC236}">
                <a16:creationId xmlns:a16="http://schemas.microsoft.com/office/drawing/2014/main" id="{3F2656A7-EBBC-A5A5-77C5-4ECE5C8A01CD}"/>
              </a:ext>
            </a:extLst>
          </p:cNvPr>
          <p:cNvPicPr>
            <a:picLocks noChangeAspect="1"/>
          </p:cNvPicPr>
          <p:nvPr/>
        </p:nvPicPr>
        <p:blipFill>
          <a:blip r:embed="rId9"/>
          <a:stretch>
            <a:fillRect/>
          </a:stretch>
        </p:blipFill>
        <p:spPr>
          <a:xfrm>
            <a:off x="911364" y="24041294"/>
            <a:ext cx="13236199" cy="12242554"/>
          </a:xfrm>
          <a:prstGeom prst="rect">
            <a:avLst/>
          </a:prstGeom>
        </p:spPr>
      </p:pic>
      <p:sp>
        <p:nvSpPr>
          <p:cNvPr id="20" name="Rectangle 8">
            <a:extLst>
              <a:ext uri="{FF2B5EF4-FFF2-40B4-BE49-F238E27FC236}">
                <a16:creationId xmlns:a16="http://schemas.microsoft.com/office/drawing/2014/main" id="{2EEFD97C-06C7-A073-6BF2-D68FE36291BB}"/>
              </a:ext>
            </a:extLst>
          </p:cNvPr>
          <p:cNvSpPr>
            <a:spLocks noChangeArrowheads="1"/>
          </p:cNvSpPr>
          <p:nvPr/>
        </p:nvSpPr>
        <p:spPr bwMode="auto">
          <a:xfrm>
            <a:off x="15820571" y="29649576"/>
            <a:ext cx="1414884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sz="3600" dirty="0">
                <a:latin typeface="Times New Roman" panose="02020603050405020304" pitchFamily="18" charset="0"/>
                <a:cs typeface="Times New Roman" panose="02020603050405020304" pitchFamily="18" charset="0"/>
              </a:rPr>
              <a:t>The proposed AI-based system effectively detects artificially ripened bananas using a hybrid approach of CNN and ANN, achieving high accuracy and reliability. Integration with a mobile application enables real-time, user-friendly fruit quality assessment.</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The system can be extended to </a:t>
            </a:r>
            <a:r>
              <a:rPr lang="en-US" sz="3600" b="1" dirty="0">
                <a:latin typeface="Times New Roman" panose="02020603050405020304" pitchFamily="18" charset="0"/>
                <a:cs typeface="Times New Roman" panose="02020603050405020304" pitchFamily="18" charset="0"/>
              </a:rPr>
              <a:t>multi-class ripeness detection</a:t>
            </a:r>
            <a:r>
              <a:rPr lang="en-US" sz="3600" dirty="0">
                <a:latin typeface="Times New Roman" panose="02020603050405020304" pitchFamily="18" charset="0"/>
                <a:cs typeface="Times New Roman" panose="02020603050405020304" pitchFamily="18" charset="0"/>
              </a:rPr>
              <a:t> and </a:t>
            </a:r>
            <a:r>
              <a:rPr lang="en-US" sz="3600" b="1" dirty="0">
                <a:latin typeface="Times New Roman" panose="02020603050405020304" pitchFamily="18" charset="0"/>
                <a:cs typeface="Times New Roman" panose="02020603050405020304" pitchFamily="18" charset="0"/>
              </a:rPr>
              <a:t>multi-fruit classification</a:t>
            </a:r>
            <a:r>
              <a:rPr lang="en-US" sz="3600" dirty="0">
                <a:latin typeface="Times New Roman" panose="02020603050405020304" pitchFamily="18" charset="0"/>
                <a:cs typeface="Times New Roman" panose="02020603050405020304" pitchFamily="18" charset="0"/>
              </a:rPr>
              <a:t>. Future improvements include cloud deployment, mobile on-device inference, and further model fine-tuning for enhanced performance.</a:t>
            </a:r>
            <a:endPar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398674C-ABC1-1FA4-4FD4-F3C285EB15A3}"/>
              </a:ext>
            </a:extLst>
          </p:cNvPr>
          <p:cNvPicPr>
            <a:picLocks noChangeAspect="1"/>
          </p:cNvPicPr>
          <p:nvPr/>
        </p:nvPicPr>
        <p:blipFill>
          <a:blip r:embed="rId10"/>
          <a:stretch>
            <a:fillRect/>
          </a:stretch>
        </p:blipFill>
        <p:spPr>
          <a:xfrm>
            <a:off x="15852967" y="18487003"/>
            <a:ext cx="13721908" cy="8377742"/>
          </a:xfrm>
          <a:prstGeom prst="rect">
            <a:avLst/>
          </a:prstGeom>
        </p:spPr>
      </p:pic>
      <p:pic>
        <p:nvPicPr>
          <p:cNvPr id="7" name="Picture 6">
            <a:extLst>
              <a:ext uri="{FF2B5EF4-FFF2-40B4-BE49-F238E27FC236}">
                <a16:creationId xmlns:a16="http://schemas.microsoft.com/office/drawing/2014/main" id="{187413FA-8B9A-3D4C-3356-C4ECA0FB9DA8}"/>
              </a:ext>
            </a:extLst>
          </p:cNvPr>
          <p:cNvPicPr>
            <a:picLocks noChangeAspect="1"/>
          </p:cNvPicPr>
          <p:nvPr/>
        </p:nvPicPr>
        <p:blipFill>
          <a:blip r:embed="rId11"/>
          <a:stretch>
            <a:fillRect/>
          </a:stretch>
        </p:blipFill>
        <p:spPr>
          <a:xfrm>
            <a:off x="15420142" y="6018526"/>
            <a:ext cx="14058456" cy="5276850"/>
          </a:xfrm>
          <a:prstGeom prst="rect">
            <a:avLst/>
          </a:prstGeom>
        </p:spPr>
      </p:pic>
      <p:sp>
        <p:nvSpPr>
          <p:cNvPr id="8" name="TextBox 7">
            <a:extLst>
              <a:ext uri="{FF2B5EF4-FFF2-40B4-BE49-F238E27FC236}">
                <a16:creationId xmlns:a16="http://schemas.microsoft.com/office/drawing/2014/main" id="{A0239667-9345-CEAF-BD50-3612AF29AE60}"/>
              </a:ext>
            </a:extLst>
          </p:cNvPr>
          <p:cNvSpPr txBox="1"/>
          <p:nvPr/>
        </p:nvSpPr>
        <p:spPr>
          <a:xfrm>
            <a:off x="15756690" y="11295376"/>
            <a:ext cx="13721908" cy="8956298"/>
          </a:xfrm>
          <a:prstGeom prst="rect">
            <a:avLst/>
          </a:prstGeom>
          <a:noFill/>
        </p:spPr>
        <p:txBody>
          <a:bodyPr wrap="square" rtlCol="0">
            <a:spAutoFit/>
          </a:bodyPr>
          <a:lstStyle/>
          <a:p>
            <a:pPr algn="just"/>
            <a:r>
              <a:rPr lang="en-US" sz="3500" dirty="0">
                <a:latin typeface="Times New Roman" panose="02020603050405020304" pitchFamily="18" charset="0"/>
                <a:cs typeface="Times New Roman" panose="02020603050405020304" pitchFamily="18" charset="0"/>
              </a:rPr>
              <a:t>A thorough hyperparameter optimization process involving more than 500 runs was conducted to assess the performance of different ANN architectures and training techniques such as the number of hidden nodes, activation functions, regularization methods, dropout rates, learning rate, and batch size. The optimal run selected was run 376.</a:t>
            </a:r>
          </a:p>
          <a:p>
            <a:pPr algn="just"/>
            <a:r>
              <a:rPr lang="en-US" sz="3500" dirty="0">
                <a:solidFill>
                  <a:schemeClr val="tx1"/>
                </a:solidFill>
                <a:latin typeface="Times New Roman" panose="02020603050405020304" pitchFamily="18" charset="0"/>
                <a:cs typeface="Times New Roman" panose="02020603050405020304" pitchFamily="18" charset="0"/>
              </a:rPr>
              <a:t>EfficientNetB0 + ANN achieved the best performance with 97.08% accuracy and an F1-score of 0.97, ensuring reliable classification. EfficientNetB0 enables efficient feature extraction with a smaller model size, while ANN effectively captures complex patterns, outperforming SVM and Logistic Regression. This combination provides the best balance between accuracy, efficiency, and computational cost compared to other models. Hyperparameter tuning through 505 experiments identified the optimal configuration, with 55 high-performing models. The final model demonstrates high accuracy, robustness, and suitability for real-world deployment.</a:t>
            </a:r>
            <a:endParaRPr lang="en-US" altLang="en-US" sz="3500" dirty="0">
              <a:solidFill>
                <a:schemeClr val="tx1"/>
              </a:solidFill>
              <a:latin typeface="Times New Roman" panose="02020603050405020304" pitchFamily="18" charset="0"/>
              <a:cs typeface="Times New Roman" panose="02020603050405020304" pitchFamily="18" charset="0"/>
            </a:endParaRPr>
          </a:p>
          <a:p>
            <a:pPr algn="just"/>
            <a:endParaRPr lang="en-IN" sz="35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F818DEB-3AE2-7095-C1EB-1E35D5C34F26}"/>
              </a:ext>
            </a:extLst>
          </p:cNvPr>
          <p:cNvSpPr txBox="1"/>
          <p:nvPr/>
        </p:nvSpPr>
        <p:spPr>
          <a:xfrm>
            <a:off x="15852967" y="26121360"/>
            <a:ext cx="13510881" cy="2246769"/>
          </a:xfrm>
          <a:prstGeom prst="rect">
            <a:avLst/>
          </a:prstGeom>
          <a:noFill/>
        </p:spPr>
        <p:txBody>
          <a:bodyPr wrap="square" rtlCol="0">
            <a:spAutoFit/>
          </a:bodyPr>
          <a:lstStyle/>
          <a:p>
            <a:pPr algn="just"/>
            <a:r>
              <a:rPr lang="en-US" sz="3500" dirty="0">
                <a:latin typeface="Times New Roman" panose="02020603050405020304" pitchFamily="18" charset="0"/>
                <a:cs typeface="Times New Roman" panose="02020603050405020304" pitchFamily="18" charset="0"/>
              </a:rPr>
              <a:t>Home screen allows users to scan or upload images, followed by a camera view for capturing fruit. A preview screen provides options to retake or analyze, and the final result screen displays ripeness classification with a confidence score.</a:t>
            </a:r>
            <a:endParaRPr lang="en-IN" sz="3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6445649"/>
      </p:ext>
    </p:extLst>
  </p:cSld>
  <p:clrMapOvr>
    <a:masterClrMapping/>
  </p:clrMapOvr>
</p:sld>
</file>

<file path=ppt/theme/theme1.xml><?xml version="1.0" encoding="utf-8"?>
<a:theme xmlns:a="http://schemas.openxmlformats.org/drawingml/2006/main" name="100CMx140CM templat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669</TotalTime>
  <Words>712</Words>
  <Application>Microsoft Office PowerPoint</Application>
  <PresentationFormat>Custom</PresentationFormat>
  <Paragraphs>37</Paragraphs>
  <Slides>1</Slides>
  <Notes>1</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Arial Black</vt:lpstr>
      <vt:lpstr>Century Gothic</vt:lpstr>
      <vt:lpstr>Times New Roman</vt:lpstr>
      <vt:lpstr>Trebuchet MS</vt:lpstr>
      <vt:lpstr>Calibri</vt:lpstr>
      <vt:lpstr>100CMx140CM template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ENUGU HARSHA VARDAN REDDY</dc:creator>
  <cp:lastModifiedBy>ENUGU HARSHA VARDAN REDDY</cp:lastModifiedBy>
  <cp:revision>9</cp:revision>
  <dcterms:modified xsi:type="dcterms:W3CDTF">2026-04-05T18:28:28Z</dcterms:modified>
</cp:coreProperties>
</file>